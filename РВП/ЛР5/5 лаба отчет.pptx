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</p:sldMasterIdLst>
  <p:sldIdLst>
    <p:sldId id="256" r:id="rId2"/>
    <p:sldId id="257" r:id="rId3"/>
    <p:sldId id="266" r:id="rId4"/>
    <p:sldId id="258" r:id="rId5"/>
    <p:sldId id="264" r:id="rId6"/>
    <p:sldId id="265" r:id="rId7"/>
    <p:sldId id="267" r:id="rId8"/>
    <p:sldId id="268" r:id="rId9"/>
    <p:sldId id="269" r:id="rId10"/>
    <p:sldId id="270" r:id="rId11"/>
    <p:sldId id="271" r:id="rId12"/>
    <p:sldId id="261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254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3252E4-38EA-6835-45F2-08E914BFCC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A8AC8DD-0A77-3F3A-277F-816A3F350F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DBFE161-53B8-AC8B-6057-96ED2BBB2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606F0-41E0-4792-8AF0-C438DCB05F4D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AA6108D-1226-7232-0687-6785D1D3F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7ADDBBF-1FD1-6325-6BC9-6391FCBEB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173B1-EC1E-423B-8025-08A795D3FA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8474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CF9E25-F342-BF5C-7437-0461F72B9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48B5DA0-643C-535C-5AE1-1A756F7488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C0B3100-1B1D-1399-DFF5-9BD5F9495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606F0-41E0-4792-8AF0-C438DCB05F4D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06DC587-D93B-5EDD-EC9A-96E33758C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D32891C-10FA-E276-AB3F-5496ECD52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173B1-EC1E-423B-8025-08A795D3FA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16001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353673-0B27-CE14-93CC-049391643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87550FF-5DD5-7A33-311B-192B01BAB4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398E1B6-DF0C-14E7-F298-FBDFA0B10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606F0-41E0-4792-8AF0-C438DCB05F4D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3BBA659-A471-D73B-81C9-83357C85D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CD98D75-4CD3-0802-6CE4-C3654B22E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173B1-EC1E-423B-8025-08A795D3FA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07826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86C3E4-2953-35AC-5DFD-1AE2EF36B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1687F6D-7D10-CA52-25E2-A184102D06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8A6E6BC-8CC9-FB6C-E7F5-FA4C55B7FA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6C5F77C-05D2-0F29-4415-BEB8D04B7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606F0-41E0-4792-8AF0-C438DCB05F4D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2CCF57D-0BE7-88CB-14FF-C267A25C7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0811ADD-0EF4-605C-A381-4593F8DBF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173B1-EC1E-423B-8025-08A795D3FA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8321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A24B83-3C69-BCE7-14B7-EFDC5B63A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221B7B3-2492-49CC-60D5-796D1EA17E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A4BA803-74C6-BBB3-A0F2-5818E43E71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6A48235-F68C-D3A8-F895-6F588E18FE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1EE62443-CFB7-F9E9-DA08-BDC498D73D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E6D95E92-3BFF-65DD-A80D-A5D3BD1CB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606F0-41E0-4792-8AF0-C438DCB05F4D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AF96BD2D-4EA7-B182-ABEC-3DF065C66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C30C7179-E0D1-F8B8-631C-2B3544FAB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173B1-EC1E-423B-8025-08A795D3FA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4391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DD3203-748A-EFBB-1F75-3644BFE46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F24925B-61FC-FCD3-219C-762423D59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606F0-41E0-4792-8AF0-C438DCB05F4D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7BB3337-F4A3-729B-A081-DC86963D1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10471C0-C13E-F5C5-7BF8-E3EFD2627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173B1-EC1E-423B-8025-08A795D3FA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53390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FEF3D54E-14A9-F609-89B5-A076106E4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606F0-41E0-4792-8AF0-C438DCB05F4D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D2560CEF-EF84-2050-E958-7B4A5D855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09E0149-20BB-8935-6797-50871B050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173B1-EC1E-423B-8025-08A795D3FA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5191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2566A7-0AFB-39A2-3F67-8E8B4C4A5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DCBD9E3-6D30-FCB5-FE6B-D522BC709E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5B407AE-D16B-300B-A629-1046845107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533F7B9-DF0A-8226-E58C-1A6347163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606F0-41E0-4792-8AF0-C438DCB05F4D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EEDA716-DE1A-D6F3-AD3E-20FD0B214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0BB22D0-1C7D-F9DA-D49C-42D02309D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173B1-EC1E-423B-8025-08A795D3FA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54681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0141BE-91C9-2AD6-7E8D-FB46C881F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98920978-8A2D-0D75-7DDF-482FD85CAD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A5A79DA-0257-A16B-8DED-CA23473EE4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46F701D-3321-BD21-98BB-D0FE0DB3C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606F0-41E0-4792-8AF0-C438DCB05F4D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0AEB5F6-5C29-151D-8C17-01499FDDBD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A73D6D2-701D-CD28-91FA-D32BBA690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173B1-EC1E-423B-8025-08A795D3FA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21819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282AC0-437E-C716-7BAB-6DEF24DFB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CB75EDA-CBB8-28BA-4842-A742DA7AB2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CB5F702-093E-4F4B-DBAB-7D2F20DC6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606F0-41E0-4792-8AF0-C438DCB05F4D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43FA7B7-38C6-7F28-3897-1BD4720B9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6A95000-906D-2374-B91A-612A8E42B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173B1-EC1E-423B-8025-08A795D3FA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98479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90B3379A-CE53-E85A-4065-22034D9F99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A976C34-44EF-CFEF-435C-71E9381467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6C6F3AC-DE7F-6061-65BD-50EDB945C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606F0-41E0-4792-8AF0-C438DCB05F4D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E9A980C-05F0-7DCD-94BC-E350E5C25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F457147-EC0A-9F10-F2B0-3BEE04B0B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173B1-EC1E-423B-8025-08A795D3FA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38654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1D3F05-5EB0-63A4-9D46-4E4907D1F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AC9DB16-4507-B440-F1BD-484D13D1E2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859653B-AF00-F818-58A4-03754C0491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D606F0-41E0-4792-8AF0-C438DCB05F4D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A9596CA-D9DE-992A-9CDC-CD1E46A5DC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92D4049-1BBB-7D84-C966-F41E40AB27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9173B1-EC1E-423B-8025-08A795D3FA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8790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9B358B5E-2BFB-DBDE-D00F-7117B34624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850" y="500514"/>
            <a:ext cx="10782300" cy="3089709"/>
          </a:xfrm>
        </p:spPr>
        <p:txBody>
          <a:bodyPr>
            <a:normAutofit fontScale="90000"/>
          </a:bodyPr>
          <a:lstStyle/>
          <a:p>
            <a:pPr algn="ctr"/>
            <a:r>
              <a:rPr kumimoji="0" lang="ru-RU" sz="2800" b="1" i="0" u="none" strike="noStrike" kern="1200" cap="none" spc="-1" normalizeH="0" baseline="0" noProof="0" dirty="0">
                <a:ln>
                  <a:noFill/>
                </a:ln>
                <a:effectLst/>
                <a:uLnTx/>
                <a:uFillTx/>
                <a:ea typeface="DejaVu Sans"/>
                <a:cs typeface="+mj-cs"/>
              </a:rPr>
              <a:t>ФГБОУ ВО «Кубанский государственный технологический университет»</a:t>
            </a:r>
            <a:br>
              <a:rPr kumimoji="0" lang="ru-RU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j-ea"/>
                <a:cs typeface="+mj-cs"/>
              </a:rPr>
            </a:br>
            <a:r>
              <a:rPr kumimoji="0" lang="ru-RU" sz="2800" b="1" i="0" u="none" strike="noStrike" kern="1200" cap="none" spc="-1" normalizeH="0" baseline="0" noProof="0" dirty="0">
                <a:ln>
                  <a:noFill/>
                </a:ln>
                <a:effectLst/>
                <a:uLnTx/>
                <a:uFillTx/>
                <a:ea typeface="DejaVu Sans"/>
                <a:cs typeface="+mj-cs"/>
              </a:rPr>
              <a:t>(ФГБОУ ВО «</a:t>
            </a:r>
            <a:r>
              <a:rPr kumimoji="0" lang="ru-RU" sz="2800" b="1" i="0" u="none" strike="noStrike" kern="1200" cap="none" spc="-1" normalizeH="0" baseline="0" noProof="0" dirty="0" err="1">
                <a:ln>
                  <a:noFill/>
                </a:ln>
                <a:effectLst/>
                <a:uLnTx/>
                <a:uFillTx/>
                <a:ea typeface="DejaVu Sans"/>
                <a:cs typeface="+mj-cs"/>
              </a:rPr>
              <a:t>КубГТУ</a:t>
            </a:r>
            <a:r>
              <a:rPr kumimoji="0" lang="ru-RU" sz="2800" b="1" i="0" u="none" strike="noStrike" kern="1200" cap="none" spc="-1" normalizeH="0" baseline="0" noProof="0" dirty="0">
                <a:ln>
                  <a:noFill/>
                </a:ln>
                <a:effectLst/>
                <a:uLnTx/>
                <a:uFillTx/>
                <a:ea typeface="DejaVu Sans"/>
                <a:cs typeface="+mj-cs"/>
              </a:rPr>
              <a:t>»)</a:t>
            </a:r>
            <a:br>
              <a:rPr kumimoji="0" lang="ru-RU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j-ea"/>
                <a:cs typeface="+mj-cs"/>
              </a:rPr>
            </a:br>
            <a:r>
              <a:rPr kumimoji="0" lang="ru-RU" sz="2800" b="1" i="0" u="none" strike="noStrike" kern="1200" cap="none" spc="-1" normalizeH="0" baseline="0" noProof="0" dirty="0">
                <a:ln>
                  <a:noFill/>
                </a:ln>
                <a:effectLst/>
                <a:uLnTx/>
                <a:uFillTx/>
                <a:ea typeface="DejaVu Sans"/>
                <a:cs typeface="+mj-cs"/>
              </a:rPr>
              <a:t>Факультет: Информационных технологий и кибербезопасности</a:t>
            </a:r>
            <a:br>
              <a:rPr kumimoji="0" lang="ru-RU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j-ea"/>
                <a:cs typeface="+mj-cs"/>
              </a:rPr>
            </a:br>
            <a:r>
              <a:rPr kumimoji="0" lang="ru-RU" sz="2800" b="1" i="0" u="none" strike="noStrike" kern="1200" cap="none" spc="-1" normalizeH="0" baseline="0" noProof="0" dirty="0">
                <a:ln>
                  <a:noFill/>
                </a:ln>
                <a:effectLst/>
                <a:uLnTx/>
                <a:uFillTx/>
                <a:ea typeface="DejaVu Sans"/>
                <a:cs typeface="+mj-cs"/>
              </a:rPr>
              <a:t>Кафедра: Информационных систем и программирования</a:t>
            </a:r>
            <a:br>
              <a:rPr kumimoji="0" lang="ru-RU" sz="2800" b="1" i="0" u="none" strike="noStrike" kern="1200" cap="none" spc="-1" normalizeH="0" baseline="0" noProof="0" dirty="0">
                <a:ln>
                  <a:noFill/>
                </a:ln>
                <a:effectLst/>
                <a:uLnTx/>
                <a:uFillTx/>
                <a:ea typeface="DejaVu Sans"/>
                <a:cs typeface="+mj-cs"/>
              </a:rPr>
            </a:br>
            <a:br>
              <a:rPr kumimoji="0" lang="ru-RU" sz="2800" b="1" i="0" u="none" strike="noStrike" kern="1200" cap="none" spc="-1" normalizeH="0" baseline="0" noProof="0" dirty="0">
                <a:ln>
                  <a:noFill/>
                </a:ln>
                <a:effectLst/>
                <a:uLnTx/>
                <a:uFillTx/>
                <a:ea typeface="DejaVu Sans"/>
                <a:cs typeface="+mj-cs"/>
              </a:rPr>
            </a:br>
            <a:r>
              <a:rPr lang="ru-RU" sz="2800" b="1" spc="-1" dirty="0">
                <a:ea typeface="DejaVu Sans"/>
              </a:rPr>
              <a:t>РАЗРАБОТКА ВЕБ-ПРИЛОЖЕНИЙ</a:t>
            </a:r>
            <a:br>
              <a:rPr kumimoji="0" lang="en-US" sz="2800" b="1" i="0" u="none" strike="noStrike" kern="1200" cap="none" spc="-1" normalizeH="0" baseline="0" noProof="0" dirty="0">
                <a:ln>
                  <a:noFill/>
                </a:ln>
                <a:effectLst/>
                <a:uLnTx/>
                <a:uFillTx/>
                <a:ea typeface="DejaVu Sans"/>
                <a:cs typeface="+mj-cs"/>
              </a:rPr>
            </a:br>
            <a:br>
              <a:rPr kumimoji="0" lang="ru-RU" sz="2800" b="1" i="0" u="none" strike="noStrike" kern="1200" cap="none" spc="-1" normalizeH="0" baseline="0" noProof="0" dirty="0">
                <a:ln>
                  <a:noFill/>
                </a:ln>
                <a:effectLst/>
                <a:uLnTx/>
                <a:uFillTx/>
                <a:ea typeface="DejaVu Sans"/>
                <a:cs typeface="+mj-cs"/>
              </a:rPr>
            </a:br>
            <a:r>
              <a:rPr kumimoji="0" lang="ru-RU" sz="2800" b="1" i="0" u="none" strike="noStrike" kern="1200" cap="none" spc="-1" normalizeH="0" baseline="0" noProof="0" dirty="0">
                <a:ln>
                  <a:noFill/>
                </a:ln>
                <a:effectLst/>
                <a:uLnTx/>
                <a:uFillTx/>
                <a:ea typeface="DejaVu Sans"/>
                <a:cs typeface="+mj-cs"/>
              </a:rPr>
              <a:t>ЛАБОРАТОРНАЯ РАБОТА №5</a:t>
            </a:r>
            <a:br>
              <a:rPr kumimoji="0" lang="ru-RU" sz="2800" b="1" i="0" u="none" strike="noStrike" kern="1200" cap="none" spc="-1" normalizeH="0" baseline="0" noProof="0" dirty="0">
                <a:ln>
                  <a:noFill/>
                </a:ln>
                <a:effectLst/>
                <a:uLnTx/>
                <a:uFillTx/>
                <a:ea typeface="DejaVu Sans"/>
                <a:cs typeface="+mj-cs"/>
              </a:rPr>
            </a:br>
            <a:r>
              <a:rPr kumimoji="0" lang="ru-RU" sz="2800" b="1" i="0" u="none" strike="noStrike" kern="1200" cap="none" spc="-1" normalizeH="0" baseline="0" noProof="0" dirty="0">
                <a:ln>
                  <a:noFill/>
                </a:ln>
                <a:effectLst/>
                <a:uLnTx/>
                <a:uFillTx/>
                <a:ea typeface="DejaVu Sans"/>
                <a:cs typeface="+mj-cs"/>
              </a:rPr>
              <a:t>Списки</a:t>
            </a:r>
            <a:r>
              <a:rPr lang="en-US" sz="2800" b="1" spc="-1" dirty="0">
                <a:ea typeface="DejaVu Sans"/>
              </a:rPr>
              <a:t>.</a:t>
            </a:r>
            <a:endParaRPr lang="ru-RU" sz="11500" b="1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9D05EC2-26A9-7905-4B24-EED6B56480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82939" y="4659264"/>
            <a:ext cx="9228201" cy="1645920"/>
          </a:xfrm>
        </p:spPr>
        <p:txBody>
          <a:bodyPr>
            <a:normAutofit fontScale="92500" lnSpcReduction="10000"/>
          </a:bodyPr>
          <a:lstStyle/>
          <a:p>
            <a:pPr algn="r"/>
            <a:r>
              <a:rPr lang="ru-RU" dirty="0"/>
              <a:t>Выполнил студент 23-КБ-ПР3</a:t>
            </a:r>
          </a:p>
          <a:p>
            <a:pPr algn="r"/>
            <a:r>
              <a:rPr lang="ru-RU" dirty="0"/>
              <a:t>Давков Ярослав</a:t>
            </a:r>
          </a:p>
          <a:p>
            <a:pPr algn="r"/>
            <a:r>
              <a:rPr lang="ru-RU" dirty="0"/>
              <a:t>Проверил </a:t>
            </a:r>
            <a:r>
              <a:rPr lang="ru-RU" spc="-1" dirty="0" err="1">
                <a:ea typeface="DejaVu Sans"/>
              </a:rPr>
              <a:t>ст</a:t>
            </a:r>
            <a:r>
              <a:rPr lang="en-US" spc="-1" dirty="0">
                <a:ea typeface="DejaVu Sans"/>
              </a:rPr>
              <a:t>.</a:t>
            </a:r>
            <a:r>
              <a:rPr lang="ru-RU" spc="-1" dirty="0">
                <a:ea typeface="DejaVu Sans"/>
              </a:rPr>
              <a:t> преподаватель </a:t>
            </a:r>
          </a:p>
          <a:p>
            <a:pPr algn="r"/>
            <a:r>
              <a:rPr lang="ru-RU" spc="-1" dirty="0">
                <a:ea typeface="DejaVu Sans"/>
              </a:rPr>
              <a:t>Кушнир Надежда Владимировна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842597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91EDE4-BCF3-95EA-4CB8-49B1DC9B3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381" y="-250900"/>
            <a:ext cx="10772775" cy="1658198"/>
          </a:xfrm>
        </p:spPr>
        <p:txBody>
          <a:bodyPr/>
          <a:lstStyle/>
          <a:p>
            <a:r>
              <a:rPr lang="ru-RU" dirty="0"/>
              <a:t>Цель работы и задания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E1C9885-6667-6B03-04C5-B8F6DD4EB9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157" y="1020932"/>
            <a:ext cx="11756910" cy="639192"/>
          </a:xfrm>
        </p:spPr>
        <p:txBody>
          <a:bodyPr>
            <a:normAutofit lnSpcReduction="10000"/>
          </a:bodyPr>
          <a:lstStyle/>
          <a:p>
            <a:r>
              <a:rPr lang="ru-RU" sz="2000" dirty="0"/>
              <a:t>Цель работы</a:t>
            </a:r>
            <a:r>
              <a:rPr lang="en-US" sz="2000" dirty="0"/>
              <a:t>:</a:t>
            </a:r>
            <a:r>
              <a:rPr lang="ru-RU" sz="2000" dirty="0"/>
              <a:t> Познакомиться со видами списков в HTML, случаями их использования, их назначением и особенностями. Научиться создавать списки на Web-странице.</a:t>
            </a:r>
            <a:endParaRPr lang="en-US" sz="2000" dirty="0"/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59766D13-22DE-4951-8B9C-AF6ECFACB0D8}"/>
              </a:ext>
            </a:extLst>
          </p:cNvPr>
          <p:cNvSpPr txBox="1">
            <a:spLocks/>
          </p:cNvSpPr>
          <p:nvPr/>
        </p:nvSpPr>
        <p:spPr>
          <a:xfrm>
            <a:off x="288566" y="1695634"/>
            <a:ext cx="11756910" cy="4625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85000"/>
              </a:lnSpc>
              <a:spcBef>
                <a:spcPts val="1300"/>
              </a:spcBef>
              <a:buFont typeface="Arial" pitchFamily="34" charset="0"/>
              <a:buChar char=" 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7472" indent="-3429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48640" indent="-54864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00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22960" indent="-82296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97280" indent="-109728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2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4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6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8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200"/>
              </a:spcBef>
              <a:buNone/>
            </a:pPr>
            <a:r>
              <a:rPr lang="ru-RU" sz="1700" dirty="0">
                <a:cs typeface="Times New Roman" panose="02020603050405020304" pitchFamily="18" charset="0"/>
              </a:rPr>
              <a:t>Задание 1. Создание нумерованных списков.</a:t>
            </a:r>
            <a:endParaRPr lang="en-US" sz="1700" dirty="0">
              <a:cs typeface="Times New Roman" panose="02020603050405020304" pitchFamily="18" charset="0"/>
            </a:endParaRPr>
          </a:p>
          <a:p>
            <a:pPr marL="0" indent="0">
              <a:spcBef>
                <a:spcPts val="200"/>
              </a:spcBef>
              <a:buNone/>
            </a:pPr>
            <a:r>
              <a:rPr lang="en-US" sz="1700" dirty="0">
                <a:cs typeface="Times New Roman" panose="02020603050405020304" pitchFamily="18" charset="0"/>
              </a:rPr>
              <a:t>	</a:t>
            </a:r>
            <a:r>
              <a:rPr lang="ru-RU" sz="1700" dirty="0">
                <a:cs typeface="Times New Roman" panose="02020603050405020304" pitchFamily="18" charset="0"/>
              </a:rPr>
              <a:t>●</a:t>
            </a:r>
            <a:r>
              <a:rPr lang="en-US" sz="1700" dirty="0">
                <a:cs typeface="Times New Roman" panose="02020603050405020304" pitchFamily="18" charset="0"/>
              </a:rPr>
              <a:t> </a:t>
            </a:r>
            <a:r>
              <a:rPr lang="ru-RU" sz="1700" dirty="0">
                <a:cs typeface="Times New Roman" panose="02020603050405020304" pitchFamily="18" charset="0"/>
              </a:rPr>
              <a:t>Создайте новую веб-страницу в вашей интегрированной среде разработки (IDE), например, в блокноте.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700" dirty="0">
                <a:cs typeface="Times New Roman" panose="02020603050405020304" pitchFamily="18" charset="0"/>
              </a:rPr>
              <a:t>	</a:t>
            </a:r>
            <a:r>
              <a:rPr lang="ru-RU" sz="1700" dirty="0">
                <a:cs typeface="Times New Roman" panose="02020603050405020304" pitchFamily="18" charset="0"/>
              </a:rPr>
              <a:t>●</a:t>
            </a:r>
            <a:r>
              <a:rPr lang="en-US" sz="1700" dirty="0">
                <a:cs typeface="Times New Roman" panose="02020603050405020304" pitchFamily="18" charset="0"/>
              </a:rPr>
              <a:t> </a:t>
            </a:r>
            <a:r>
              <a:rPr lang="ru-RU" sz="1700" dirty="0">
                <a:cs typeface="Times New Roman" panose="02020603050405020304" pitchFamily="18" charset="0"/>
              </a:rPr>
              <a:t>В элементе &lt;TITLE&gt; укажите название странички "Задание 1. Создание нумерованных и ненумерованных списков на Web-странице по образцу ".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700" dirty="0">
                <a:cs typeface="Times New Roman" panose="02020603050405020304" pitchFamily="18" charset="0"/>
              </a:rPr>
              <a:t>	</a:t>
            </a:r>
            <a:r>
              <a:rPr lang="ru-RU" sz="1700" dirty="0">
                <a:cs typeface="Times New Roman" panose="02020603050405020304" pitchFamily="18" charset="0"/>
              </a:rPr>
              <a:t>●</a:t>
            </a:r>
            <a:r>
              <a:rPr lang="en-US" sz="1700" dirty="0">
                <a:cs typeface="Times New Roman" panose="02020603050405020304" pitchFamily="18" charset="0"/>
              </a:rPr>
              <a:t> </a:t>
            </a:r>
            <a:r>
              <a:rPr lang="ru-RU" sz="1700" dirty="0">
                <a:cs typeface="Times New Roman" panose="02020603050405020304" pitchFamily="18" charset="0"/>
              </a:rPr>
              <a:t>Отформатируйте следующий текст согласно указаниям, данным в скобках курсивом.</a:t>
            </a:r>
            <a:endParaRPr lang="en-US" sz="1700" dirty="0">
              <a:cs typeface="Times New Roman" panose="02020603050405020304" pitchFamily="18" charset="0"/>
            </a:endParaRPr>
          </a:p>
          <a:p>
            <a:pPr marL="0" indent="0">
              <a:spcBef>
                <a:spcPts val="200"/>
              </a:spcBef>
              <a:buNone/>
            </a:pPr>
            <a:r>
              <a:rPr lang="ru-RU" sz="1700" dirty="0">
                <a:cs typeface="Times New Roman" panose="02020603050405020304" pitchFamily="18" charset="0"/>
              </a:rPr>
              <a:t>Задание 2. Создание </a:t>
            </a:r>
            <a:r>
              <a:rPr lang="ru-RU" sz="1700" dirty="0" err="1">
                <a:cs typeface="Times New Roman" panose="02020603050405020304" pitchFamily="18" charset="0"/>
              </a:rPr>
              <a:t>маркерованных</a:t>
            </a:r>
            <a:r>
              <a:rPr lang="ru-RU" sz="1700" dirty="0">
                <a:cs typeface="Times New Roman" panose="02020603050405020304" pitchFamily="18" charset="0"/>
              </a:rPr>
              <a:t> списков.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700" dirty="0">
                <a:cs typeface="Times New Roman" panose="02020603050405020304" pitchFamily="18" charset="0"/>
              </a:rPr>
              <a:t>	</a:t>
            </a:r>
            <a:r>
              <a:rPr lang="ru-RU" sz="1700" dirty="0">
                <a:cs typeface="Times New Roman" panose="02020603050405020304" pitchFamily="18" charset="0"/>
              </a:rPr>
              <a:t>●</a:t>
            </a:r>
            <a:r>
              <a:rPr lang="en-US" sz="1700" dirty="0">
                <a:cs typeface="Times New Roman" panose="02020603050405020304" pitchFamily="18" charset="0"/>
              </a:rPr>
              <a:t> </a:t>
            </a:r>
            <a:r>
              <a:rPr lang="ru-RU" sz="1700" dirty="0">
                <a:cs typeface="Times New Roman" panose="02020603050405020304" pitchFamily="18" charset="0"/>
              </a:rPr>
              <a:t>Создайте новую веб-страницу в вашей интегрированной среде разработки (IDE), например, в блокноте.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700" dirty="0">
                <a:cs typeface="Times New Roman" panose="02020603050405020304" pitchFamily="18" charset="0"/>
              </a:rPr>
              <a:t>	</a:t>
            </a:r>
            <a:r>
              <a:rPr lang="ru-RU" sz="1700" dirty="0">
                <a:cs typeface="Times New Roman" panose="02020603050405020304" pitchFamily="18" charset="0"/>
              </a:rPr>
              <a:t>●</a:t>
            </a:r>
            <a:r>
              <a:rPr lang="en-US" sz="1700" dirty="0">
                <a:cs typeface="Times New Roman" panose="02020603050405020304" pitchFamily="18" charset="0"/>
              </a:rPr>
              <a:t> </a:t>
            </a:r>
            <a:r>
              <a:rPr lang="ru-RU" sz="1700" dirty="0">
                <a:cs typeface="Times New Roman" panose="02020603050405020304" pitchFamily="18" charset="0"/>
              </a:rPr>
              <a:t>В элементе &lt;TITLE&gt; укажите название странички "Задание 3. Любимые актеры".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700" dirty="0">
                <a:cs typeface="Times New Roman" panose="02020603050405020304" pitchFamily="18" charset="0"/>
              </a:rPr>
              <a:t>	</a:t>
            </a:r>
            <a:r>
              <a:rPr lang="ru-RU" sz="1700" dirty="0">
                <a:cs typeface="Times New Roman" panose="02020603050405020304" pitchFamily="18" charset="0"/>
              </a:rPr>
              <a:t>●</a:t>
            </a:r>
            <a:r>
              <a:rPr lang="en-US" sz="1700" dirty="0">
                <a:cs typeface="Times New Roman" panose="02020603050405020304" pitchFamily="18" charset="0"/>
              </a:rPr>
              <a:t> </a:t>
            </a:r>
            <a:r>
              <a:rPr lang="ru-RU" sz="1700" dirty="0">
                <a:cs typeface="Times New Roman" panose="02020603050405020304" pitchFamily="18" charset="0"/>
              </a:rPr>
              <a:t>Создайте маркированный список, содержащий фамилии ваших любимых актеров.</a:t>
            </a:r>
            <a:endParaRPr lang="en-US" sz="1700" dirty="0">
              <a:cs typeface="Times New Roman" panose="02020603050405020304" pitchFamily="18" charset="0"/>
            </a:endParaRPr>
          </a:p>
          <a:p>
            <a:pPr marL="0" indent="0">
              <a:spcBef>
                <a:spcPts val="200"/>
              </a:spcBef>
              <a:buNone/>
            </a:pPr>
            <a:r>
              <a:rPr lang="ru-RU" sz="1700" dirty="0">
                <a:cs typeface="Times New Roman" panose="02020603050405020304" pitchFamily="18" charset="0"/>
              </a:rPr>
              <a:t>Задание 3. Создание </a:t>
            </a:r>
            <a:r>
              <a:rPr lang="ru-RU" sz="1700" dirty="0" err="1">
                <a:cs typeface="Times New Roman" panose="02020603050405020304" pitchFamily="18" charset="0"/>
              </a:rPr>
              <a:t>маркерованных</a:t>
            </a:r>
            <a:r>
              <a:rPr lang="ru-RU" sz="1700" dirty="0">
                <a:cs typeface="Times New Roman" panose="02020603050405020304" pitchFamily="18" charset="0"/>
              </a:rPr>
              <a:t> списков.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700" dirty="0">
                <a:cs typeface="Times New Roman" panose="02020603050405020304" pitchFamily="18" charset="0"/>
              </a:rPr>
              <a:t>	</a:t>
            </a:r>
            <a:r>
              <a:rPr lang="ru-RU" sz="1700" dirty="0">
                <a:cs typeface="Times New Roman" panose="02020603050405020304" pitchFamily="18" charset="0"/>
              </a:rPr>
              <a:t>●</a:t>
            </a:r>
            <a:r>
              <a:rPr lang="en-US" sz="1700" dirty="0">
                <a:cs typeface="Times New Roman" panose="02020603050405020304" pitchFamily="18" charset="0"/>
              </a:rPr>
              <a:t> </a:t>
            </a:r>
            <a:r>
              <a:rPr lang="ru-RU" sz="1700" dirty="0">
                <a:cs typeface="Times New Roman" panose="02020603050405020304" pitchFamily="18" charset="0"/>
              </a:rPr>
              <a:t>Создайте новую веб-страницу в вашей интегрированной среде разработки (IDE), например, в блокноте.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700" dirty="0">
                <a:cs typeface="Times New Roman" panose="02020603050405020304" pitchFamily="18" charset="0"/>
              </a:rPr>
              <a:t>	</a:t>
            </a:r>
            <a:r>
              <a:rPr lang="ru-RU" sz="1700" dirty="0">
                <a:cs typeface="Times New Roman" panose="02020603050405020304" pitchFamily="18" charset="0"/>
              </a:rPr>
              <a:t>●</a:t>
            </a:r>
            <a:r>
              <a:rPr lang="en-US" sz="1700" dirty="0">
                <a:cs typeface="Times New Roman" panose="02020603050405020304" pitchFamily="18" charset="0"/>
              </a:rPr>
              <a:t> </a:t>
            </a:r>
            <a:r>
              <a:rPr lang="ru-RU" sz="1700" dirty="0">
                <a:cs typeface="Times New Roman" panose="02020603050405020304" pitchFamily="18" charset="0"/>
              </a:rPr>
              <a:t>В элементе &lt;TITLE&gt; укажите название странички "Задание 4. Цвета радуги".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700" dirty="0">
                <a:cs typeface="Times New Roman" panose="02020603050405020304" pitchFamily="18" charset="0"/>
              </a:rPr>
              <a:t>	</a:t>
            </a:r>
            <a:r>
              <a:rPr lang="ru-RU" sz="1700" dirty="0">
                <a:cs typeface="Times New Roman" panose="02020603050405020304" pitchFamily="18" charset="0"/>
              </a:rPr>
              <a:t>●</a:t>
            </a:r>
            <a:r>
              <a:rPr lang="en-US" sz="1700" dirty="0">
                <a:cs typeface="Times New Roman" panose="02020603050405020304" pitchFamily="18" charset="0"/>
              </a:rPr>
              <a:t> </a:t>
            </a:r>
            <a:r>
              <a:rPr lang="ru-RU" sz="1700" dirty="0">
                <a:cs typeface="Times New Roman" panose="02020603050405020304" pitchFamily="18" charset="0"/>
              </a:rPr>
              <a:t>Создайте нумерованный список, перечисляющий цвета радуги.</a:t>
            </a:r>
            <a:endParaRPr lang="en-US" sz="1700" dirty="0">
              <a:cs typeface="Times New Roman" panose="02020603050405020304" pitchFamily="18" charset="0"/>
            </a:endParaRPr>
          </a:p>
          <a:p>
            <a:pPr marL="0" indent="0">
              <a:spcBef>
                <a:spcPts val="200"/>
              </a:spcBef>
              <a:buNone/>
            </a:pPr>
            <a:r>
              <a:rPr lang="ru-RU" sz="1700" dirty="0">
                <a:cs typeface="Times New Roman" panose="02020603050405020304" pitchFamily="18" charset="0"/>
              </a:rPr>
              <a:t>Задание 4. Создание списка определений.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700" dirty="0">
                <a:cs typeface="Times New Roman" panose="02020603050405020304" pitchFamily="18" charset="0"/>
              </a:rPr>
              <a:t>	</a:t>
            </a:r>
            <a:r>
              <a:rPr lang="ru-RU" sz="1700" dirty="0">
                <a:cs typeface="Times New Roman" panose="02020603050405020304" pitchFamily="18" charset="0"/>
              </a:rPr>
              <a:t>●</a:t>
            </a:r>
            <a:r>
              <a:rPr lang="en-US" sz="1700" dirty="0">
                <a:cs typeface="Times New Roman" panose="02020603050405020304" pitchFamily="18" charset="0"/>
              </a:rPr>
              <a:t> </a:t>
            </a:r>
            <a:r>
              <a:rPr lang="ru-RU" sz="1700" dirty="0">
                <a:cs typeface="Times New Roman" panose="02020603050405020304" pitchFamily="18" charset="0"/>
              </a:rPr>
              <a:t>Создайте новую веб-страницу в вашей интегрированной среде разработки (IDE), например, в блокноте.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700" dirty="0">
                <a:cs typeface="Times New Roman" panose="02020603050405020304" pitchFamily="18" charset="0"/>
              </a:rPr>
              <a:t>	</a:t>
            </a:r>
            <a:r>
              <a:rPr lang="ru-RU" sz="1700" dirty="0">
                <a:cs typeface="Times New Roman" panose="02020603050405020304" pitchFamily="18" charset="0"/>
              </a:rPr>
              <a:t>●</a:t>
            </a:r>
            <a:r>
              <a:rPr lang="en-US" sz="1700" dirty="0">
                <a:cs typeface="Times New Roman" panose="02020603050405020304" pitchFamily="18" charset="0"/>
              </a:rPr>
              <a:t> </a:t>
            </a:r>
            <a:r>
              <a:rPr lang="ru-RU" sz="1700" dirty="0">
                <a:cs typeface="Times New Roman" panose="02020603050405020304" pitchFamily="18" charset="0"/>
              </a:rPr>
              <a:t>В элементе &lt;TITLE&gt; укажите название странички "Задание 5. Породы собак".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700" dirty="0">
                <a:cs typeface="Times New Roman" panose="02020603050405020304" pitchFamily="18" charset="0"/>
              </a:rPr>
              <a:t>	</a:t>
            </a:r>
            <a:r>
              <a:rPr lang="ru-RU" sz="1700" dirty="0">
                <a:cs typeface="Times New Roman" panose="02020603050405020304" pitchFamily="18" charset="0"/>
              </a:rPr>
              <a:t>●</a:t>
            </a:r>
            <a:r>
              <a:rPr lang="en-US" sz="1700" dirty="0">
                <a:cs typeface="Times New Roman" panose="02020603050405020304" pitchFamily="18" charset="0"/>
              </a:rPr>
              <a:t> </a:t>
            </a:r>
            <a:r>
              <a:rPr lang="ru-RU" sz="1700" dirty="0">
                <a:cs typeface="Times New Roman" panose="02020603050405020304" pitchFamily="18" charset="0"/>
              </a:rPr>
              <a:t>Создайте список определений, содержащий название и описание породы собак.</a:t>
            </a:r>
          </a:p>
          <a:p>
            <a:pPr marL="0" indent="0">
              <a:spcBef>
                <a:spcPts val="200"/>
              </a:spcBef>
              <a:buNone/>
            </a:pPr>
            <a:endParaRPr lang="ru-RU" sz="1700" dirty="0">
              <a:cs typeface="Times New Roman" panose="02020603050405020304" pitchFamily="18" charset="0"/>
            </a:endParaRPr>
          </a:p>
          <a:p>
            <a:pPr marL="0" indent="0">
              <a:spcBef>
                <a:spcPts val="200"/>
              </a:spcBef>
              <a:buNone/>
            </a:pPr>
            <a:endParaRPr lang="ru-RU" sz="1700" dirty="0">
              <a:cs typeface="Times New Roman" panose="02020603050405020304" pitchFamily="18" charset="0"/>
            </a:endParaRPr>
          </a:p>
          <a:p>
            <a:pPr marL="0" indent="0">
              <a:spcBef>
                <a:spcPts val="200"/>
              </a:spcBef>
              <a:buNone/>
            </a:pPr>
            <a:endParaRPr lang="ru-RU" sz="1700" dirty="0">
              <a:cs typeface="Times New Roman" panose="02020603050405020304" pitchFamily="18" charset="0"/>
            </a:endParaRPr>
          </a:p>
          <a:p>
            <a:pPr marL="0" indent="0">
              <a:spcBef>
                <a:spcPts val="200"/>
              </a:spcBef>
              <a:buNone/>
            </a:pPr>
            <a:endParaRPr lang="ru-RU" sz="1700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12494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91EDE4-BCF3-95EA-4CB8-49B1DC9B3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381" y="-250900"/>
            <a:ext cx="10772775" cy="1658198"/>
          </a:xfrm>
        </p:spPr>
        <p:txBody>
          <a:bodyPr/>
          <a:lstStyle/>
          <a:p>
            <a:r>
              <a:rPr lang="ru-RU" dirty="0"/>
              <a:t>Цель работы и задания</a:t>
            </a:r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59766D13-22DE-4951-8B9C-AF6ECFACB0D8}"/>
              </a:ext>
            </a:extLst>
          </p:cNvPr>
          <p:cNvSpPr txBox="1">
            <a:spLocks/>
          </p:cNvSpPr>
          <p:nvPr/>
        </p:nvSpPr>
        <p:spPr>
          <a:xfrm>
            <a:off x="350709" y="1116367"/>
            <a:ext cx="11756910" cy="54619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85000"/>
              </a:lnSpc>
              <a:spcBef>
                <a:spcPts val="1300"/>
              </a:spcBef>
              <a:buFont typeface="Arial" pitchFamily="34" charset="0"/>
              <a:buChar char=" 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7472" indent="-3429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48640" indent="-54864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00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22960" indent="-82296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97280" indent="-109728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2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4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6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8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200"/>
              </a:spcBef>
              <a:buNone/>
            </a:pPr>
            <a:r>
              <a:rPr lang="ru-RU" sz="1700" dirty="0">
                <a:cs typeface="Times New Roman" panose="02020603050405020304" pitchFamily="18" charset="0"/>
              </a:rPr>
              <a:t>Задание 5. Создание нумерованных и </a:t>
            </a:r>
            <a:r>
              <a:rPr lang="ru-RU" sz="1700" dirty="0" err="1">
                <a:cs typeface="Times New Roman" panose="02020603050405020304" pitchFamily="18" charset="0"/>
              </a:rPr>
              <a:t>маркерованных</a:t>
            </a:r>
            <a:r>
              <a:rPr lang="ru-RU" sz="1700" dirty="0">
                <a:cs typeface="Times New Roman" panose="02020603050405020304" pitchFamily="18" charset="0"/>
              </a:rPr>
              <a:t> списков, списков определений.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700" dirty="0">
                <a:cs typeface="Times New Roman" panose="02020603050405020304" pitchFamily="18" charset="0"/>
              </a:rPr>
              <a:t>	</a:t>
            </a:r>
            <a:r>
              <a:rPr lang="ru-RU" sz="1700" dirty="0">
                <a:cs typeface="Times New Roman" panose="02020603050405020304" pitchFamily="18" charset="0"/>
              </a:rPr>
              <a:t>●</a:t>
            </a:r>
            <a:r>
              <a:rPr lang="en-US" sz="1700" dirty="0">
                <a:cs typeface="Times New Roman" panose="02020603050405020304" pitchFamily="18" charset="0"/>
              </a:rPr>
              <a:t> </a:t>
            </a:r>
            <a:r>
              <a:rPr lang="ru-RU" sz="1700" dirty="0">
                <a:cs typeface="Times New Roman" panose="02020603050405020304" pitchFamily="18" charset="0"/>
              </a:rPr>
              <a:t>Создайте новую веб-страницу в вашей интегрированной среде разработки (IDE), например, в блокноте.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700" dirty="0">
                <a:cs typeface="Times New Roman" panose="02020603050405020304" pitchFamily="18" charset="0"/>
              </a:rPr>
              <a:t>	</a:t>
            </a:r>
            <a:r>
              <a:rPr lang="ru-RU" sz="1700" dirty="0">
                <a:cs typeface="Times New Roman" panose="02020603050405020304" pitchFamily="18" charset="0"/>
              </a:rPr>
              <a:t>●</a:t>
            </a:r>
            <a:r>
              <a:rPr lang="en-US" sz="1700" dirty="0">
                <a:cs typeface="Times New Roman" panose="02020603050405020304" pitchFamily="18" charset="0"/>
              </a:rPr>
              <a:t> </a:t>
            </a:r>
            <a:r>
              <a:rPr lang="ru-RU" sz="1700" dirty="0">
                <a:cs typeface="Times New Roman" panose="02020603050405020304" pitchFamily="18" charset="0"/>
              </a:rPr>
              <a:t>В элементе &lt;TITLE&gt; укажите название странички "Задание 2. Создание нумерованных и ненумерованных списков на Web-странице по образцу ".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700" dirty="0">
                <a:cs typeface="Times New Roman" panose="02020603050405020304" pitchFamily="18" charset="0"/>
              </a:rPr>
              <a:t>	</a:t>
            </a:r>
            <a:r>
              <a:rPr lang="ru-RU" sz="1700" dirty="0">
                <a:cs typeface="Times New Roman" panose="02020603050405020304" pitchFamily="18" charset="0"/>
              </a:rPr>
              <a:t>●</a:t>
            </a:r>
            <a:r>
              <a:rPr lang="en-US" sz="1700" dirty="0">
                <a:cs typeface="Times New Roman" panose="02020603050405020304" pitchFamily="18" charset="0"/>
              </a:rPr>
              <a:t> </a:t>
            </a:r>
            <a:r>
              <a:rPr lang="ru-RU" sz="1700" dirty="0">
                <a:cs typeface="Times New Roman" panose="02020603050405020304" pitchFamily="18" charset="0"/>
              </a:rPr>
              <a:t>Создайте Ваш HTML-документ, который будет выглядеть следующим образом (без рамок):</a:t>
            </a:r>
            <a:endParaRPr lang="en-US" sz="1700" dirty="0">
              <a:cs typeface="Times New Roman" panose="02020603050405020304" pitchFamily="18" charset="0"/>
            </a:endParaRPr>
          </a:p>
          <a:p>
            <a:pPr marL="0" indent="0">
              <a:spcBef>
                <a:spcPts val="200"/>
              </a:spcBef>
              <a:buNone/>
            </a:pPr>
            <a:r>
              <a:rPr lang="ru-RU" sz="1700" dirty="0">
                <a:cs typeface="Times New Roman" panose="02020603050405020304" pitchFamily="18" charset="0"/>
              </a:rPr>
              <a:t>Задание 6. Создание списка определений.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700" dirty="0">
                <a:cs typeface="Times New Roman" panose="02020603050405020304" pitchFamily="18" charset="0"/>
              </a:rPr>
              <a:t>	</a:t>
            </a:r>
            <a:r>
              <a:rPr lang="ru-RU" sz="1700" dirty="0">
                <a:cs typeface="Times New Roman" panose="02020603050405020304" pitchFamily="18" charset="0"/>
              </a:rPr>
              <a:t>●</a:t>
            </a:r>
            <a:r>
              <a:rPr lang="en-US" sz="1700" dirty="0">
                <a:cs typeface="Times New Roman" panose="02020603050405020304" pitchFamily="18" charset="0"/>
              </a:rPr>
              <a:t> </a:t>
            </a:r>
            <a:r>
              <a:rPr lang="ru-RU" sz="1700" dirty="0">
                <a:cs typeface="Times New Roman" panose="02020603050405020304" pitchFamily="18" charset="0"/>
              </a:rPr>
              <a:t>Создайте новую веб-страницу в вашей интегрированной среде разработки (IDE), например, в блокноте.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700" dirty="0">
                <a:cs typeface="Times New Roman" panose="02020603050405020304" pitchFamily="18" charset="0"/>
              </a:rPr>
              <a:t>	</a:t>
            </a:r>
            <a:r>
              <a:rPr lang="ru-RU" sz="1700" dirty="0">
                <a:cs typeface="Times New Roman" panose="02020603050405020304" pitchFamily="18" charset="0"/>
              </a:rPr>
              <a:t>●</a:t>
            </a:r>
            <a:r>
              <a:rPr lang="en-US" sz="1700" dirty="0">
                <a:cs typeface="Times New Roman" panose="02020603050405020304" pitchFamily="18" charset="0"/>
              </a:rPr>
              <a:t> </a:t>
            </a:r>
            <a:r>
              <a:rPr lang="ru-RU" sz="1700" dirty="0">
                <a:cs typeface="Times New Roman" panose="02020603050405020304" pitchFamily="18" charset="0"/>
              </a:rPr>
              <a:t>В элементе &lt;TITLE&gt; укажите название странички "Задание 6. Автомобили".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700" dirty="0">
                <a:cs typeface="Times New Roman" panose="02020603050405020304" pitchFamily="18" charset="0"/>
              </a:rPr>
              <a:t>	</a:t>
            </a:r>
            <a:r>
              <a:rPr lang="ru-RU" sz="1700" dirty="0">
                <a:cs typeface="Times New Roman" panose="02020603050405020304" pitchFamily="18" charset="0"/>
              </a:rPr>
              <a:t>●</a:t>
            </a:r>
            <a:r>
              <a:rPr lang="en-US" sz="1700" dirty="0">
                <a:cs typeface="Times New Roman" panose="02020603050405020304" pitchFamily="18" charset="0"/>
              </a:rPr>
              <a:t> </a:t>
            </a:r>
            <a:r>
              <a:rPr lang="ru-RU" sz="1700" dirty="0">
                <a:cs typeface="Times New Roman" panose="02020603050405020304" pitchFamily="18" charset="0"/>
              </a:rPr>
              <a:t>Создать 3-уровневый список. 1 уровень (верхний) – маркированный список стран; 2 уровень – нумерованный список автомобильных фирм; 3 уровень – маркированный список автомобилей (количество элементов на каждом из уровней – не меньше 2). Создать список определений (любой, количество элементов не меньше 3).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ru-RU" sz="1700" dirty="0">
                <a:cs typeface="Times New Roman" panose="02020603050405020304" pitchFamily="18" charset="0"/>
              </a:rPr>
              <a:t>Задание 7. Создание списка определений.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700" dirty="0">
                <a:cs typeface="Times New Roman" panose="02020603050405020304" pitchFamily="18" charset="0"/>
              </a:rPr>
              <a:t>	</a:t>
            </a:r>
            <a:r>
              <a:rPr lang="ru-RU" sz="1700" dirty="0">
                <a:cs typeface="Times New Roman" panose="02020603050405020304" pitchFamily="18" charset="0"/>
              </a:rPr>
              <a:t>●</a:t>
            </a:r>
            <a:r>
              <a:rPr lang="en-US" sz="1700" dirty="0">
                <a:cs typeface="Times New Roman" panose="02020603050405020304" pitchFamily="18" charset="0"/>
              </a:rPr>
              <a:t> </a:t>
            </a:r>
            <a:r>
              <a:rPr lang="ru-RU" sz="1700" dirty="0">
                <a:cs typeface="Times New Roman" panose="02020603050405020304" pitchFamily="18" charset="0"/>
              </a:rPr>
              <a:t>Создайте новую веб-страницу в вашей интегрированной среде разработки (IDE), например, в блокноте.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700" dirty="0">
                <a:cs typeface="Times New Roman" panose="02020603050405020304" pitchFamily="18" charset="0"/>
              </a:rPr>
              <a:t>	</a:t>
            </a:r>
            <a:r>
              <a:rPr lang="ru-RU" sz="1700" dirty="0">
                <a:cs typeface="Times New Roman" panose="02020603050405020304" pitchFamily="18" charset="0"/>
              </a:rPr>
              <a:t>●</a:t>
            </a:r>
            <a:r>
              <a:rPr lang="en-US" sz="1700" dirty="0">
                <a:cs typeface="Times New Roman" panose="02020603050405020304" pitchFamily="18" charset="0"/>
              </a:rPr>
              <a:t> </a:t>
            </a:r>
            <a:r>
              <a:rPr lang="ru-RU" sz="1700" dirty="0">
                <a:cs typeface="Times New Roman" panose="02020603050405020304" pitchFamily="18" charset="0"/>
              </a:rPr>
              <a:t>В элементе &lt;TITLE&gt; укажите название странички "Задание 7. Принтеры".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700" dirty="0">
                <a:cs typeface="Times New Roman" panose="02020603050405020304" pitchFamily="18" charset="0"/>
              </a:rPr>
              <a:t>	</a:t>
            </a:r>
            <a:r>
              <a:rPr lang="ru-RU" sz="1700" dirty="0">
                <a:cs typeface="Times New Roman" panose="02020603050405020304" pitchFamily="18" charset="0"/>
              </a:rPr>
              <a:t>●</a:t>
            </a:r>
            <a:r>
              <a:rPr lang="en-US" sz="1700" dirty="0">
                <a:cs typeface="Times New Roman" panose="02020603050405020304" pitchFamily="18" charset="0"/>
              </a:rPr>
              <a:t> </a:t>
            </a:r>
            <a:r>
              <a:rPr lang="ru-RU" sz="1700" dirty="0">
                <a:cs typeface="Times New Roman" panose="02020603050405020304" pitchFamily="18" charset="0"/>
              </a:rPr>
              <a:t>Создать 3-уровневый список. 1 уровень (верхний) – нумерованный список стран; 2 уровень – маркированный список фирм, производящих принтеры; 3 уровень – нумерованный список принтеров (количество элементов на каждом из уровней – не меньше 2).</a:t>
            </a:r>
            <a:endParaRPr lang="en-US" sz="1700" dirty="0">
              <a:cs typeface="Times New Roman" panose="02020603050405020304" pitchFamily="18" charset="0"/>
            </a:endParaRPr>
          </a:p>
          <a:p>
            <a:pPr marL="0" indent="0">
              <a:spcBef>
                <a:spcPts val="200"/>
              </a:spcBef>
              <a:buNone/>
            </a:pPr>
            <a:r>
              <a:rPr lang="ru-RU" sz="1700" dirty="0">
                <a:cs typeface="Times New Roman" panose="02020603050405020304" pitchFamily="18" charset="0"/>
              </a:rPr>
              <a:t>Задание 8. Создание списка определений.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700" dirty="0">
                <a:cs typeface="Times New Roman" panose="02020603050405020304" pitchFamily="18" charset="0"/>
              </a:rPr>
              <a:t>	</a:t>
            </a:r>
            <a:r>
              <a:rPr lang="ru-RU" sz="1700" dirty="0">
                <a:cs typeface="Times New Roman" panose="02020603050405020304" pitchFamily="18" charset="0"/>
              </a:rPr>
              <a:t>●</a:t>
            </a:r>
            <a:r>
              <a:rPr lang="en-US" sz="1700" dirty="0">
                <a:cs typeface="Times New Roman" panose="02020603050405020304" pitchFamily="18" charset="0"/>
              </a:rPr>
              <a:t> </a:t>
            </a:r>
            <a:r>
              <a:rPr lang="ru-RU" sz="1700" dirty="0">
                <a:cs typeface="Times New Roman" panose="02020603050405020304" pitchFamily="18" charset="0"/>
              </a:rPr>
              <a:t>Создайте новую веб-страницу в вашей интегрированной среде разработки (IDE), например, в блокноте.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700" dirty="0">
                <a:cs typeface="Times New Roman" panose="02020603050405020304" pitchFamily="18" charset="0"/>
              </a:rPr>
              <a:t>	</a:t>
            </a:r>
            <a:r>
              <a:rPr lang="ru-RU" sz="1700" dirty="0">
                <a:cs typeface="Times New Roman" panose="02020603050405020304" pitchFamily="18" charset="0"/>
              </a:rPr>
              <a:t>●</a:t>
            </a:r>
            <a:r>
              <a:rPr lang="en-US" sz="1700" dirty="0">
                <a:cs typeface="Times New Roman" panose="02020603050405020304" pitchFamily="18" charset="0"/>
              </a:rPr>
              <a:t> </a:t>
            </a:r>
            <a:r>
              <a:rPr lang="ru-RU" sz="1700" dirty="0">
                <a:cs typeface="Times New Roman" panose="02020603050405020304" pitchFamily="18" charset="0"/>
              </a:rPr>
              <a:t>В элементе &lt;TITLE&gt; укажите название странички "Задание 8. Мониторы"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700" dirty="0">
                <a:cs typeface="Times New Roman" panose="02020603050405020304" pitchFamily="18" charset="0"/>
              </a:rPr>
              <a:t>	</a:t>
            </a:r>
            <a:r>
              <a:rPr lang="ru-RU" sz="1700" dirty="0">
                <a:cs typeface="Times New Roman" panose="02020603050405020304" pitchFamily="18" charset="0"/>
              </a:rPr>
              <a:t>●</a:t>
            </a:r>
            <a:r>
              <a:rPr lang="en-US" sz="1700" dirty="0">
                <a:cs typeface="Times New Roman" panose="02020603050405020304" pitchFamily="18" charset="0"/>
              </a:rPr>
              <a:t> </a:t>
            </a:r>
            <a:r>
              <a:rPr lang="ru-RU" sz="1700" dirty="0">
                <a:cs typeface="Times New Roman" panose="02020603050405020304" pitchFamily="18" charset="0"/>
              </a:rPr>
              <a:t>Создать 3-уровневый список. 1 уровень (верхний) – маркированный список стран; 2 уровень – нумерованный список фирм, производящих мониторы; 3 уровень – нумерованный список мониторов (количество элементов на каждом из уровней – не меньше 2). Создать список определений (любой, количество элементов не меньше 3).</a:t>
            </a:r>
          </a:p>
          <a:p>
            <a:pPr marL="0" indent="0">
              <a:spcBef>
                <a:spcPts val="200"/>
              </a:spcBef>
              <a:buNone/>
            </a:pPr>
            <a:endParaRPr lang="ru-RU" sz="1700" dirty="0">
              <a:cs typeface="Times New Roman" panose="02020603050405020304" pitchFamily="18" charset="0"/>
            </a:endParaRPr>
          </a:p>
          <a:p>
            <a:pPr marL="0" indent="0">
              <a:spcBef>
                <a:spcPts val="200"/>
              </a:spcBef>
              <a:buNone/>
            </a:pPr>
            <a:endParaRPr lang="en-US" sz="1700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83440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06C4D4-2291-C2E3-D7D0-EAD074661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074" y="93600"/>
            <a:ext cx="9365241" cy="1113763"/>
          </a:xfrm>
        </p:spPr>
        <p:txBody>
          <a:bodyPr/>
          <a:lstStyle/>
          <a:p>
            <a:r>
              <a:rPr lang="ru-RU" dirty="0"/>
              <a:t>Ход работы</a:t>
            </a:r>
            <a:r>
              <a:rPr lang="en-US" dirty="0"/>
              <a:t>. </a:t>
            </a:r>
            <a:r>
              <a:rPr lang="ru-RU" dirty="0"/>
              <a:t>Задание 1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6966A71-BBCC-E9A0-C026-AA1C373291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8667" y="1137575"/>
            <a:ext cx="4752514" cy="5626825"/>
          </a:xfrm>
        </p:spPr>
        <p:txBody>
          <a:bodyPr>
            <a:normAutofit fontScale="62500" lnSpcReduction="20000"/>
          </a:bodyPr>
          <a:lstStyle/>
          <a:p>
            <a:pPr marL="0">
              <a:spcBef>
                <a:spcPts val="0"/>
              </a:spcBef>
            </a:pPr>
            <a:r>
              <a:rPr lang="en-US" dirty="0"/>
              <a:t>&lt;!DOCTYPE html&gt;</a:t>
            </a:r>
          </a:p>
          <a:p>
            <a:pPr marL="0">
              <a:spcBef>
                <a:spcPts val="0"/>
              </a:spcBef>
            </a:pPr>
            <a:r>
              <a:rPr lang="en-US" dirty="0"/>
              <a:t>&lt;html lang="</a:t>
            </a:r>
            <a:r>
              <a:rPr lang="en-US" dirty="0" err="1"/>
              <a:t>ru</a:t>
            </a:r>
            <a:r>
              <a:rPr lang="en-US" dirty="0"/>
              <a:t>"&gt;</a:t>
            </a:r>
          </a:p>
          <a:p>
            <a:pPr marL="0">
              <a:spcBef>
                <a:spcPts val="0"/>
              </a:spcBef>
            </a:pPr>
            <a:r>
              <a:rPr lang="en-US" dirty="0"/>
              <a:t>&lt;head&gt;</a:t>
            </a:r>
          </a:p>
          <a:p>
            <a:pPr marL="0">
              <a:spcBef>
                <a:spcPts val="0"/>
              </a:spcBef>
            </a:pPr>
            <a:r>
              <a:rPr lang="en-US" dirty="0"/>
              <a:t>    &lt;meta charset="UTF-8"&gt;</a:t>
            </a:r>
          </a:p>
          <a:p>
            <a:pPr marL="0">
              <a:spcBef>
                <a:spcPts val="0"/>
              </a:spcBef>
            </a:pPr>
            <a:r>
              <a:rPr lang="en-US" dirty="0"/>
              <a:t>    &lt;title&gt;</a:t>
            </a:r>
            <a:r>
              <a:rPr lang="ru-RU" dirty="0"/>
              <a:t>Задание 1. Создание нумерованных и ненумерованных списков на </a:t>
            </a:r>
            <a:r>
              <a:rPr lang="en-US" dirty="0"/>
              <a:t>Web-</a:t>
            </a:r>
            <a:r>
              <a:rPr lang="ru-RU" dirty="0"/>
              <a:t>странице по образцу&lt;/</a:t>
            </a:r>
            <a:r>
              <a:rPr lang="en-US" dirty="0"/>
              <a:t>title&gt;</a:t>
            </a:r>
          </a:p>
          <a:p>
            <a:pPr marL="0">
              <a:spcBef>
                <a:spcPts val="0"/>
              </a:spcBef>
            </a:pPr>
            <a:r>
              <a:rPr lang="en-US" dirty="0"/>
              <a:t>&lt;/head&gt;</a:t>
            </a:r>
          </a:p>
          <a:p>
            <a:pPr marL="0">
              <a:spcBef>
                <a:spcPts val="0"/>
              </a:spcBef>
            </a:pPr>
            <a:r>
              <a:rPr lang="en-US" dirty="0"/>
              <a:t>&lt;body&gt;</a:t>
            </a:r>
          </a:p>
          <a:p>
            <a:pPr marL="0">
              <a:spcBef>
                <a:spcPts val="0"/>
              </a:spcBef>
            </a:pPr>
            <a:r>
              <a:rPr lang="en-US" dirty="0"/>
              <a:t>&lt;p style="font-size:20px; </a:t>
            </a:r>
            <a:r>
              <a:rPr lang="en-US" dirty="0" err="1"/>
              <a:t>color:red</a:t>
            </a:r>
            <a:r>
              <a:rPr lang="en-US" dirty="0"/>
              <a:t>; </a:t>
            </a:r>
            <a:r>
              <a:rPr lang="en-US" dirty="0" err="1"/>
              <a:t>text-align:left</a:t>
            </a:r>
            <a:r>
              <a:rPr lang="en-US" dirty="0"/>
              <a:t>;"&gt;</a:t>
            </a:r>
            <a:r>
              <a:rPr lang="ru-RU" dirty="0"/>
              <a:t>Солнце должно быть:&lt;/</a:t>
            </a:r>
            <a:r>
              <a:rPr lang="en-US" dirty="0"/>
              <a:t>p&gt;</a:t>
            </a:r>
          </a:p>
          <a:p>
            <a:pPr marL="0">
              <a:spcBef>
                <a:spcPts val="0"/>
              </a:spcBef>
            </a:pPr>
            <a:r>
              <a:rPr lang="en-US" dirty="0"/>
              <a:t>&lt;</a:t>
            </a:r>
            <a:r>
              <a:rPr lang="en-US" dirty="0" err="1"/>
              <a:t>ol</a:t>
            </a:r>
            <a:r>
              <a:rPr lang="en-US" dirty="0"/>
              <a:t> style="</a:t>
            </a:r>
            <a:r>
              <a:rPr lang="en-US" dirty="0" err="1"/>
              <a:t>color:black</a:t>
            </a:r>
            <a:r>
              <a:rPr lang="en-US" dirty="0"/>
              <a:t>; font-size:12px;"&gt;</a:t>
            </a:r>
          </a:p>
          <a:p>
            <a:pPr marL="0">
              <a:spcBef>
                <a:spcPts val="0"/>
              </a:spcBef>
            </a:pPr>
            <a:r>
              <a:rPr lang="en-US" dirty="0"/>
              <a:t>    &lt;li&gt;</a:t>
            </a:r>
            <a:r>
              <a:rPr lang="ru-RU" dirty="0"/>
              <a:t>Теплым.&lt;/</a:t>
            </a:r>
            <a:r>
              <a:rPr lang="en-US" dirty="0"/>
              <a:t>li&gt;</a:t>
            </a:r>
          </a:p>
          <a:p>
            <a:pPr marL="0">
              <a:spcBef>
                <a:spcPts val="0"/>
              </a:spcBef>
            </a:pPr>
            <a:r>
              <a:rPr lang="en-US" dirty="0"/>
              <a:t>    &lt;li&gt;</a:t>
            </a:r>
            <a:r>
              <a:rPr lang="ru-RU" dirty="0"/>
              <a:t>Круглым.&lt;/</a:t>
            </a:r>
            <a:r>
              <a:rPr lang="en-US" dirty="0"/>
              <a:t>li&gt;</a:t>
            </a:r>
          </a:p>
          <a:p>
            <a:pPr marL="0">
              <a:spcBef>
                <a:spcPts val="0"/>
              </a:spcBef>
            </a:pPr>
            <a:r>
              <a:rPr lang="en-US" dirty="0"/>
              <a:t>    &lt;li&gt;</a:t>
            </a:r>
            <a:r>
              <a:rPr lang="ru-RU" dirty="0"/>
              <a:t>Желтым.&lt;/</a:t>
            </a:r>
            <a:r>
              <a:rPr lang="en-US" dirty="0"/>
              <a:t>li&gt;</a:t>
            </a:r>
          </a:p>
          <a:p>
            <a:pPr marL="0">
              <a:spcBef>
                <a:spcPts val="0"/>
              </a:spcBef>
            </a:pPr>
            <a:r>
              <a:rPr lang="en-US" dirty="0"/>
              <a:t>&lt;/</a:t>
            </a:r>
            <a:r>
              <a:rPr lang="en-US" dirty="0" err="1"/>
              <a:t>ol</a:t>
            </a:r>
            <a:r>
              <a:rPr lang="en-US" dirty="0"/>
              <a:t>&gt;</a:t>
            </a:r>
          </a:p>
          <a:p>
            <a:pPr marL="0">
              <a:spcBef>
                <a:spcPts val="0"/>
              </a:spcBef>
            </a:pPr>
            <a:endParaRPr lang="en-US" dirty="0"/>
          </a:p>
          <a:p>
            <a:pPr marL="0">
              <a:spcBef>
                <a:spcPts val="0"/>
              </a:spcBef>
            </a:pPr>
            <a:r>
              <a:rPr lang="en-US" dirty="0"/>
              <a:t>&lt;p style="font-size:40px; </a:t>
            </a:r>
            <a:r>
              <a:rPr lang="en-US" dirty="0" err="1"/>
              <a:t>color:blue</a:t>
            </a:r>
            <a:r>
              <a:rPr lang="en-US" dirty="0"/>
              <a:t>; </a:t>
            </a:r>
            <a:r>
              <a:rPr lang="en-US" dirty="0" err="1"/>
              <a:t>text-align:left</a:t>
            </a:r>
            <a:r>
              <a:rPr lang="en-US" dirty="0"/>
              <a:t>;"&gt;</a:t>
            </a:r>
            <a:r>
              <a:rPr lang="ru-RU" dirty="0"/>
              <a:t>Снег должен быть:&lt;/</a:t>
            </a:r>
            <a:r>
              <a:rPr lang="en-US" dirty="0"/>
              <a:t>p&gt;</a:t>
            </a:r>
          </a:p>
          <a:p>
            <a:pPr marL="0">
              <a:spcBef>
                <a:spcPts val="0"/>
              </a:spcBef>
            </a:pPr>
            <a:r>
              <a:rPr lang="en-US" dirty="0"/>
              <a:t>&lt;</a:t>
            </a:r>
            <a:r>
              <a:rPr lang="en-US" dirty="0" err="1"/>
              <a:t>ol</a:t>
            </a:r>
            <a:r>
              <a:rPr lang="en-US" dirty="0"/>
              <a:t> type="A" style="</a:t>
            </a:r>
            <a:r>
              <a:rPr lang="en-US" dirty="0" err="1"/>
              <a:t>color:black</a:t>
            </a:r>
            <a:r>
              <a:rPr lang="en-US" dirty="0"/>
              <a:t>; font-size:12px;"&gt;</a:t>
            </a:r>
          </a:p>
          <a:p>
            <a:pPr marL="0">
              <a:spcBef>
                <a:spcPts val="0"/>
              </a:spcBef>
            </a:pPr>
            <a:r>
              <a:rPr lang="en-US" dirty="0"/>
              <a:t>    &lt;li&gt;</a:t>
            </a:r>
            <a:r>
              <a:rPr lang="ru-RU" dirty="0"/>
              <a:t>Белым.&lt;/</a:t>
            </a:r>
            <a:r>
              <a:rPr lang="en-US" dirty="0"/>
              <a:t>li&gt;</a:t>
            </a:r>
          </a:p>
          <a:p>
            <a:pPr marL="0">
              <a:spcBef>
                <a:spcPts val="0"/>
              </a:spcBef>
            </a:pPr>
            <a:r>
              <a:rPr lang="en-US" dirty="0"/>
              <a:t>    &lt;li&gt;</a:t>
            </a:r>
            <a:r>
              <a:rPr lang="ru-RU" dirty="0"/>
              <a:t>Холодным.&lt;/</a:t>
            </a:r>
            <a:r>
              <a:rPr lang="en-US" dirty="0"/>
              <a:t>li&gt;</a:t>
            </a:r>
          </a:p>
          <a:p>
            <a:pPr marL="0">
              <a:spcBef>
                <a:spcPts val="0"/>
              </a:spcBef>
            </a:pPr>
            <a:r>
              <a:rPr lang="en-US" dirty="0"/>
              <a:t>    &lt;li&gt;</a:t>
            </a:r>
            <a:r>
              <a:rPr lang="ru-RU" dirty="0"/>
              <a:t>Пушистым.&lt;/</a:t>
            </a:r>
            <a:r>
              <a:rPr lang="en-US" dirty="0"/>
              <a:t>li&gt;</a:t>
            </a:r>
          </a:p>
          <a:p>
            <a:pPr marL="0">
              <a:spcBef>
                <a:spcPts val="0"/>
              </a:spcBef>
            </a:pPr>
            <a:r>
              <a:rPr lang="en-US" dirty="0"/>
              <a:t>&lt;/</a:t>
            </a:r>
            <a:r>
              <a:rPr lang="en-US" dirty="0" err="1"/>
              <a:t>ol</a:t>
            </a:r>
            <a:r>
              <a:rPr lang="en-US" dirty="0"/>
              <a:t>&gt;</a:t>
            </a:r>
          </a:p>
          <a:p>
            <a:pPr marL="0">
              <a:spcBef>
                <a:spcPts val="0"/>
              </a:spcBef>
            </a:pPr>
            <a:r>
              <a:rPr lang="en-US" dirty="0"/>
              <a:t>&lt;/body&gt;</a:t>
            </a:r>
          </a:p>
          <a:p>
            <a:pPr marL="0">
              <a:spcBef>
                <a:spcPts val="0"/>
              </a:spcBef>
            </a:pPr>
            <a:r>
              <a:rPr lang="en-US" dirty="0"/>
              <a:t>&lt;/html&gt;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C423F82-82AD-4C75-8413-9C69C04F86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833" y="1860905"/>
            <a:ext cx="5931182" cy="3633340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036980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06C4D4-2291-C2E3-D7D0-EAD074661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074" y="93600"/>
            <a:ext cx="9365241" cy="1113763"/>
          </a:xfrm>
        </p:spPr>
        <p:txBody>
          <a:bodyPr/>
          <a:lstStyle/>
          <a:p>
            <a:r>
              <a:rPr lang="ru-RU" dirty="0"/>
              <a:t>Ход работы. Задание 2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6966A71-BBCC-E9A0-C026-AA1C373291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56082" y="995532"/>
            <a:ext cx="3742956" cy="5626825"/>
          </a:xfrm>
        </p:spPr>
        <p:txBody>
          <a:bodyPr>
            <a:normAutofit fontScale="85000" lnSpcReduction="20000"/>
          </a:bodyPr>
          <a:lstStyle/>
          <a:p>
            <a:pPr marL="0">
              <a:spcBef>
                <a:spcPts val="0"/>
              </a:spcBef>
            </a:pPr>
            <a:r>
              <a:rPr lang="en-US" dirty="0"/>
              <a:t>&lt;!DOCTYPE html&gt;</a:t>
            </a:r>
          </a:p>
          <a:p>
            <a:pPr marL="0">
              <a:spcBef>
                <a:spcPts val="0"/>
              </a:spcBef>
            </a:pPr>
            <a:r>
              <a:rPr lang="en-US" dirty="0"/>
              <a:t>&lt;html lang="</a:t>
            </a:r>
            <a:r>
              <a:rPr lang="en-US" dirty="0" err="1"/>
              <a:t>ru</a:t>
            </a:r>
            <a:r>
              <a:rPr lang="en-US" dirty="0"/>
              <a:t>"&gt;</a:t>
            </a:r>
          </a:p>
          <a:p>
            <a:pPr marL="0">
              <a:spcBef>
                <a:spcPts val="0"/>
              </a:spcBef>
            </a:pPr>
            <a:r>
              <a:rPr lang="en-US" dirty="0"/>
              <a:t>&lt;head&gt;</a:t>
            </a:r>
          </a:p>
          <a:p>
            <a:pPr marL="0">
              <a:spcBef>
                <a:spcPts val="0"/>
              </a:spcBef>
            </a:pPr>
            <a:r>
              <a:rPr lang="en-US" dirty="0"/>
              <a:t>    &lt;meta charset="UTF-8"&gt;</a:t>
            </a:r>
          </a:p>
          <a:p>
            <a:pPr marL="0">
              <a:spcBef>
                <a:spcPts val="0"/>
              </a:spcBef>
            </a:pPr>
            <a:r>
              <a:rPr lang="en-US" dirty="0"/>
              <a:t>    &lt;title&gt;</a:t>
            </a:r>
            <a:r>
              <a:rPr lang="ru-RU" dirty="0"/>
              <a:t>Задание 3. Любимые актеры&lt;/</a:t>
            </a:r>
            <a:r>
              <a:rPr lang="en-US" dirty="0"/>
              <a:t>title&gt;</a:t>
            </a:r>
          </a:p>
          <a:p>
            <a:pPr marL="0">
              <a:spcBef>
                <a:spcPts val="0"/>
              </a:spcBef>
            </a:pPr>
            <a:r>
              <a:rPr lang="en-US" dirty="0"/>
              <a:t>&lt;/head&gt;</a:t>
            </a:r>
          </a:p>
          <a:p>
            <a:pPr marL="0">
              <a:spcBef>
                <a:spcPts val="0"/>
              </a:spcBef>
            </a:pPr>
            <a:r>
              <a:rPr lang="en-US" dirty="0"/>
              <a:t>&lt;body&gt;</a:t>
            </a:r>
          </a:p>
          <a:p>
            <a:pPr marL="0">
              <a:spcBef>
                <a:spcPts val="0"/>
              </a:spcBef>
            </a:pPr>
            <a:r>
              <a:rPr lang="en-US" dirty="0"/>
              <a:t>&lt;h2&gt;</a:t>
            </a:r>
            <a:r>
              <a:rPr lang="ru-RU" dirty="0"/>
              <a:t>Любимые актеры&lt;/</a:t>
            </a:r>
            <a:r>
              <a:rPr lang="en-US" dirty="0"/>
              <a:t>h2&gt;</a:t>
            </a:r>
          </a:p>
          <a:p>
            <a:pPr marL="0">
              <a:spcBef>
                <a:spcPts val="0"/>
              </a:spcBef>
            </a:pPr>
            <a:r>
              <a:rPr lang="en-US" dirty="0"/>
              <a:t>&lt;ul&gt;</a:t>
            </a:r>
          </a:p>
          <a:p>
            <a:pPr marL="0">
              <a:spcBef>
                <a:spcPts val="0"/>
              </a:spcBef>
            </a:pPr>
            <a:r>
              <a:rPr lang="en-US" dirty="0"/>
              <a:t>    &lt;li&gt;</a:t>
            </a:r>
            <a:r>
              <a:rPr lang="ru-RU" dirty="0"/>
              <a:t>Райан Гослинг&lt;/</a:t>
            </a:r>
            <a:r>
              <a:rPr lang="en-US" dirty="0"/>
              <a:t>li&gt;</a:t>
            </a:r>
          </a:p>
          <a:p>
            <a:pPr marL="0">
              <a:spcBef>
                <a:spcPts val="0"/>
              </a:spcBef>
            </a:pPr>
            <a:r>
              <a:rPr lang="en-US" dirty="0"/>
              <a:t>    &lt;li&gt;</a:t>
            </a:r>
            <a:r>
              <a:rPr lang="ru-RU" dirty="0"/>
              <a:t>Дуэйн Джонсон&lt;/</a:t>
            </a:r>
            <a:r>
              <a:rPr lang="en-US" dirty="0"/>
              <a:t>li&gt;</a:t>
            </a:r>
          </a:p>
          <a:p>
            <a:pPr marL="0">
              <a:spcBef>
                <a:spcPts val="0"/>
              </a:spcBef>
            </a:pPr>
            <a:r>
              <a:rPr lang="en-US" dirty="0"/>
              <a:t>    &lt;li&gt;</a:t>
            </a:r>
            <a:r>
              <a:rPr lang="ru-RU" dirty="0"/>
              <a:t>Вин Дизель&lt;/</a:t>
            </a:r>
            <a:r>
              <a:rPr lang="en-US" dirty="0"/>
              <a:t>li&gt;</a:t>
            </a:r>
          </a:p>
          <a:p>
            <a:pPr marL="0">
              <a:spcBef>
                <a:spcPts val="0"/>
              </a:spcBef>
            </a:pPr>
            <a:r>
              <a:rPr lang="en-US" dirty="0"/>
              <a:t>&lt;/ul&gt;</a:t>
            </a:r>
          </a:p>
          <a:p>
            <a:pPr marL="0">
              <a:spcBef>
                <a:spcPts val="0"/>
              </a:spcBef>
            </a:pPr>
            <a:r>
              <a:rPr lang="en-US" dirty="0"/>
              <a:t>&lt;/body&gt;</a:t>
            </a:r>
          </a:p>
          <a:p>
            <a:pPr marL="0">
              <a:spcBef>
                <a:spcPts val="0"/>
              </a:spcBef>
            </a:pPr>
            <a:r>
              <a:rPr lang="en-US" dirty="0"/>
              <a:t>&lt;/html&gt;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BEA8E70-F306-4355-AB75-E958A890BB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270" y="2365517"/>
            <a:ext cx="4635274" cy="2277505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456370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06C4D4-2291-C2E3-D7D0-EAD074661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074" y="93600"/>
            <a:ext cx="9365241" cy="1113763"/>
          </a:xfrm>
        </p:spPr>
        <p:txBody>
          <a:bodyPr/>
          <a:lstStyle/>
          <a:p>
            <a:r>
              <a:rPr lang="ru-RU" dirty="0"/>
              <a:t>Ход работы. Задание 3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6966A71-BBCC-E9A0-C026-AA1C373291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00470" y="1013287"/>
            <a:ext cx="3742956" cy="5626825"/>
          </a:xfrm>
        </p:spPr>
        <p:txBody>
          <a:bodyPr>
            <a:normAutofit fontScale="85000" lnSpcReduction="20000"/>
          </a:bodyPr>
          <a:lstStyle/>
          <a:p>
            <a:pPr marL="0">
              <a:spcBef>
                <a:spcPts val="0"/>
              </a:spcBef>
            </a:pPr>
            <a:r>
              <a:rPr lang="en-US" dirty="0"/>
              <a:t>&lt;!DOCTYPE html&gt;</a:t>
            </a:r>
          </a:p>
          <a:p>
            <a:pPr marL="0">
              <a:spcBef>
                <a:spcPts val="0"/>
              </a:spcBef>
            </a:pPr>
            <a:r>
              <a:rPr lang="en-US" dirty="0"/>
              <a:t>&lt;html lang="</a:t>
            </a:r>
            <a:r>
              <a:rPr lang="en-US" dirty="0" err="1"/>
              <a:t>ru</a:t>
            </a:r>
            <a:r>
              <a:rPr lang="en-US" dirty="0"/>
              <a:t>"&gt;</a:t>
            </a:r>
          </a:p>
          <a:p>
            <a:pPr marL="0">
              <a:spcBef>
                <a:spcPts val="0"/>
              </a:spcBef>
            </a:pPr>
            <a:r>
              <a:rPr lang="en-US" dirty="0"/>
              <a:t>&lt;head&gt;</a:t>
            </a:r>
          </a:p>
          <a:p>
            <a:pPr marL="0">
              <a:spcBef>
                <a:spcPts val="0"/>
              </a:spcBef>
            </a:pPr>
            <a:r>
              <a:rPr lang="en-US" dirty="0"/>
              <a:t>    &lt;meta charset="UTF-8"&gt;</a:t>
            </a:r>
          </a:p>
          <a:p>
            <a:pPr marL="0">
              <a:spcBef>
                <a:spcPts val="0"/>
              </a:spcBef>
            </a:pPr>
            <a:r>
              <a:rPr lang="en-US" dirty="0"/>
              <a:t>    &lt;title&gt;</a:t>
            </a:r>
            <a:r>
              <a:rPr lang="ru-RU" dirty="0"/>
              <a:t>Задание 4. Цвета радуги&lt;/</a:t>
            </a:r>
            <a:r>
              <a:rPr lang="en-US" dirty="0"/>
              <a:t>title&gt;</a:t>
            </a:r>
          </a:p>
          <a:p>
            <a:pPr marL="0">
              <a:spcBef>
                <a:spcPts val="0"/>
              </a:spcBef>
            </a:pPr>
            <a:r>
              <a:rPr lang="en-US" dirty="0"/>
              <a:t>&lt;/head&gt;</a:t>
            </a:r>
          </a:p>
          <a:p>
            <a:pPr marL="0">
              <a:spcBef>
                <a:spcPts val="0"/>
              </a:spcBef>
            </a:pPr>
            <a:r>
              <a:rPr lang="en-US" dirty="0"/>
              <a:t>&lt;body&gt;</a:t>
            </a:r>
          </a:p>
          <a:p>
            <a:pPr marL="0">
              <a:spcBef>
                <a:spcPts val="0"/>
              </a:spcBef>
            </a:pPr>
            <a:r>
              <a:rPr lang="en-US" dirty="0"/>
              <a:t>&lt;h2&gt;</a:t>
            </a:r>
            <a:r>
              <a:rPr lang="ru-RU" dirty="0"/>
              <a:t>Цвета радуги&lt;/</a:t>
            </a:r>
            <a:r>
              <a:rPr lang="en-US" dirty="0"/>
              <a:t>h2&gt;</a:t>
            </a:r>
          </a:p>
          <a:p>
            <a:pPr marL="0">
              <a:spcBef>
                <a:spcPts val="0"/>
              </a:spcBef>
            </a:pPr>
            <a:r>
              <a:rPr lang="en-US" dirty="0"/>
              <a:t>&lt;</a:t>
            </a:r>
            <a:r>
              <a:rPr lang="en-US" dirty="0" err="1"/>
              <a:t>ol</a:t>
            </a:r>
            <a:r>
              <a:rPr lang="en-US" dirty="0"/>
              <a:t>&gt;</a:t>
            </a:r>
          </a:p>
          <a:p>
            <a:pPr marL="0">
              <a:spcBef>
                <a:spcPts val="0"/>
              </a:spcBef>
            </a:pPr>
            <a:r>
              <a:rPr lang="en-US" dirty="0"/>
              <a:t>    &lt;li&gt;</a:t>
            </a:r>
            <a:r>
              <a:rPr lang="ru-RU" dirty="0"/>
              <a:t>Красный&lt;/</a:t>
            </a:r>
            <a:r>
              <a:rPr lang="en-US" dirty="0"/>
              <a:t>li&gt;</a:t>
            </a:r>
          </a:p>
          <a:p>
            <a:pPr marL="0">
              <a:spcBef>
                <a:spcPts val="0"/>
              </a:spcBef>
            </a:pPr>
            <a:r>
              <a:rPr lang="en-US" dirty="0"/>
              <a:t>    &lt;li&gt;</a:t>
            </a:r>
            <a:r>
              <a:rPr lang="ru-RU" dirty="0"/>
              <a:t>Оранжевый&lt;/</a:t>
            </a:r>
            <a:r>
              <a:rPr lang="en-US" dirty="0"/>
              <a:t>li&gt;</a:t>
            </a:r>
          </a:p>
          <a:p>
            <a:pPr marL="0">
              <a:spcBef>
                <a:spcPts val="0"/>
              </a:spcBef>
            </a:pPr>
            <a:r>
              <a:rPr lang="en-US" dirty="0"/>
              <a:t>    &lt;li&gt;</a:t>
            </a:r>
            <a:r>
              <a:rPr lang="ru-RU" dirty="0"/>
              <a:t>Желтый&lt;/</a:t>
            </a:r>
            <a:r>
              <a:rPr lang="en-US" dirty="0"/>
              <a:t>li&gt;</a:t>
            </a:r>
          </a:p>
          <a:p>
            <a:pPr marL="0">
              <a:spcBef>
                <a:spcPts val="0"/>
              </a:spcBef>
            </a:pPr>
            <a:r>
              <a:rPr lang="en-US" dirty="0"/>
              <a:t>    &lt;li&gt;</a:t>
            </a:r>
            <a:r>
              <a:rPr lang="ru-RU" dirty="0"/>
              <a:t>Зеленый&lt;/</a:t>
            </a:r>
            <a:r>
              <a:rPr lang="en-US" dirty="0"/>
              <a:t>li&gt;</a:t>
            </a:r>
          </a:p>
          <a:p>
            <a:pPr marL="0">
              <a:spcBef>
                <a:spcPts val="0"/>
              </a:spcBef>
            </a:pPr>
            <a:r>
              <a:rPr lang="en-US" dirty="0"/>
              <a:t>    &lt;li&gt;</a:t>
            </a:r>
            <a:r>
              <a:rPr lang="ru-RU" dirty="0"/>
              <a:t>Голубой&lt;/</a:t>
            </a:r>
            <a:r>
              <a:rPr lang="en-US" dirty="0"/>
              <a:t>li&gt;</a:t>
            </a:r>
          </a:p>
          <a:p>
            <a:pPr marL="0">
              <a:spcBef>
                <a:spcPts val="0"/>
              </a:spcBef>
            </a:pPr>
            <a:r>
              <a:rPr lang="en-US" dirty="0"/>
              <a:t>    &lt;li&gt;</a:t>
            </a:r>
            <a:r>
              <a:rPr lang="ru-RU" dirty="0"/>
              <a:t>Синий&lt;/</a:t>
            </a:r>
            <a:r>
              <a:rPr lang="en-US" dirty="0"/>
              <a:t>li&gt;</a:t>
            </a:r>
          </a:p>
          <a:p>
            <a:pPr marL="0">
              <a:spcBef>
                <a:spcPts val="0"/>
              </a:spcBef>
            </a:pPr>
            <a:r>
              <a:rPr lang="en-US" dirty="0"/>
              <a:t>    &lt;li&gt;</a:t>
            </a:r>
            <a:r>
              <a:rPr lang="ru-RU" dirty="0"/>
              <a:t>Фиолетовый&lt;/</a:t>
            </a:r>
            <a:r>
              <a:rPr lang="en-US" dirty="0"/>
              <a:t>li&gt;</a:t>
            </a:r>
          </a:p>
          <a:p>
            <a:pPr marL="0">
              <a:spcBef>
                <a:spcPts val="0"/>
              </a:spcBef>
            </a:pPr>
            <a:r>
              <a:rPr lang="en-US" dirty="0"/>
              <a:t>&lt;/</a:t>
            </a:r>
            <a:r>
              <a:rPr lang="en-US" dirty="0" err="1"/>
              <a:t>ol</a:t>
            </a:r>
            <a:r>
              <a:rPr lang="en-US" dirty="0"/>
              <a:t>&gt;</a:t>
            </a:r>
          </a:p>
          <a:p>
            <a:pPr marL="0">
              <a:spcBef>
                <a:spcPts val="0"/>
              </a:spcBef>
            </a:pPr>
            <a:r>
              <a:rPr lang="en-US" dirty="0"/>
              <a:t>&lt;/body&gt;</a:t>
            </a:r>
          </a:p>
          <a:p>
            <a:pPr marL="0">
              <a:spcBef>
                <a:spcPts val="0"/>
              </a:spcBef>
            </a:pPr>
            <a:r>
              <a:rPr lang="en-US" dirty="0"/>
              <a:t>&lt;/html&gt;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58F3797-004C-4962-A5B4-594F592809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067" y="2103340"/>
            <a:ext cx="5572903" cy="2953162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869909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06C4D4-2291-C2E3-D7D0-EAD074661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074" y="93600"/>
            <a:ext cx="9365241" cy="1113763"/>
          </a:xfrm>
        </p:spPr>
        <p:txBody>
          <a:bodyPr/>
          <a:lstStyle/>
          <a:p>
            <a:r>
              <a:rPr lang="ru-RU" dirty="0"/>
              <a:t>Ход работы. Задание 4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6966A71-BBCC-E9A0-C026-AA1C373291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56082" y="995532"/>
            <a:ext cx="3742956" cy="5626825"/>
          </a:xfrm>
        </p:spPr>
        <p:txBody>
          <a:bodyPr>
            <a:normAutofit fontScale="77500" lnSpcReduction="20000"/>
          </a:bodyPr>
          <a:lstStyle/>
          <a:p>
            <a:pPr marL="0">
              <a:spcBef>
                <a:spcPts val="0"/>
              </a:spcBef>
            </a:pPr>
            <a:r>
              <a:rPr lang="en-US" dirty="0"/>
              <a:t>&lt;!DOCTYPE html&gt;</a:t>
            </a:r>
          </a:p>
          <a:p>
            <a:pPr marL="0">
              <a:spcBef>
                <a:spcPts val="0"/>
              </a:spcBef>
            </a:pPr>
            <a:r>
              <a:rPr lang="en-US" dirty="0"/>
              <a:t>&lt;html lang="</a:t>
            </a:r>
            <a:r>
              <a:rPr lang="en-US" dirty="0" err="1"/>
              <a:t>ru</a:t>
            </a:r>
            <a:r>
              <a:rPr lang="en-US" dirty="0"/>
              <a:t>"&gt;</a:t>
            </a:r>
          </a:p>
          <a:p>
            <a:pPr marL="0">
              <a:spcBef>
                <a:spcPts val="0"/>
              </a:spcBef>
            </a:pPr>
            <a:r>
              <a:rPr lang="en-US" dirty="0"/>
              <a:t>&lt;head&gt;</a:t>
            </a:r>
          </a:p>
          <a:p>
            <a:pPr marL="0">
              <a:spcBef>
                <a:spcPts val="0"/>
              </a:spcBef>
            </a:pPr>
            <a:r>
              <a:rPr lang="en-US" dirty="0"/>
              <a:t>    &lt;meta charset="UTF-8"&gt;</a:t>
            </a:r>
          </a:p>
          <a:p>
            <a:pPr marL="0">
              <a:spcBef>
                <a:spcPts val="0"/>
              </a:spcBef>
            </a:pPr>
            <a:r>
              <a:rPr lang="en-US" dirty="0"/>
              <a:t>    &lt;title&gt;</a:t>
            </a:r>
            <a:r>
              <a:rPr lang="ru-RU" dirty="0"/>
              <a:t>Задание 5. Породы собак&lt;/</a:t>
            </a:r>
            <a:r>
              <a:rPr lang="en-US" dirty="0"/>
              <a:t>title&gt;</a:t>
            </a:r>
          </a:p>
          <a:p>
            <a:pPr marL="0">
              <a:spcBef>
                <a:spcPts val="0"/>
              </a:spcBef>
            </a:pPr>
            <a:r>
              <a:rPr lang="en-US" dirty="0"/>
              <a:t>&lt;/head&gt;</a:t>
            </a:r>
          </a:p>
          <a:p>
            <a:pPr marL="0">
              <a:spcBef>
                <a:spcPts val="0"/>
              </a:spcBef>
            </a:pPr>
            <a:r>
              <a:rPr lang="en-US" dirty="0"/>
              <a:t>&lt;body&gt;</a:t>
            </a:r>
          </a:p>
          <a:p>
            <a:pPr marL="0">
              <a:spcBef>
                <a:spcPts val="0"/>
              </a:spcBef>
            </a:pPr>
            <a:r>
              <a:rPr lang="en-US" dirty="0"/>
              <a:t>&lt;h2&gt;</a:t>
            </a:r>
            <a:r>
              <a:rPr lang="ru-RU" dirty="0"/>
              <a:t>Породы собак&lt;/</a:t>
            </a:r>
            <a:r>
              <a:rPr lang="en-US" dirty="0"/>
              <a:t>h2&gt;</a:t>
            </a:r>
          </a:p>
          <a:p>
            <a:pPr marL="0">
              <a:spcBef>
                <a:spcPts val="0"/>
              </a:spcBef>
            </a:pPr>
            <a:r>
              <a:rPr lang="en-US" dirty="0"/>
              <a:t>&lt;dl&gt;</a:t>
            </a:r>
          </a:p>
          <a:p>
            <a:pPr marL="0">
              <a:spcBef>
                <a:spcPts val="0"/>
              </a:spcBef>
            </a:pPr>
            <a:r>
              <a:rPr lang="en-US" dirty="0"/>
              <a:t>    &lt;dt&gt;</a:t>
            </a:r>
            <a:r>
              <a:rPr lang="ru-RU" dirty="0"/>
              <a:t>Лабрадор&lt;/</a:t>
            </a:r>
            <a:r>
              <a:rPr lang="en-US" dirty="0"/>
              <a:t>dt&gt;</a:t>
            </a:r>
          </a:p>
          <a:p>
            <a:pPr marL="0">
              <a:spcBef>
                <a:spcPts val="0"/>
              </a:spcBef>
            </a:pPr>
            <a:r>
              <a:rPr lang="en-US" dirty="0"/>
              <a:t>    &lt;dd&gt;</a:t>
            </a:r>
            <a:r>
              <a:rPr lang="ru-RU" dirty="0"/>
              <a:t>Дружелюбный и умный пес.&lt;/</a:t>
            </a:r>
            <a:r>
              <a:rPr lang="en-US" dirty="0"/>
              <a:t>dd&gt;</a:t>
            </a:r>
          </a:p>
          <a:p>
            <a:pPr marL="0">
              <a:spcBef>
                <a:spcPts val="0"/>
              </a:spcBef>
            </a:pPr>
            <a:r>
              <a:rPr lang="en-US" dirty="0"/>
              <a:t>    &lt;dt&gt;</a:t>
            </a:r>
            <a:r>
              <a:rPr lang="ru-RU" dirty="0"/>
              <a:t>Немецкая овчарка&lt;/</a:t>
            </a:r>
            <a:r>
              <a:rPr lang="en-US" dirty="0"/>
              <a:t>dt&gt;</a:t>
            </a:r>
          </a:p>
          <a:p>
            <a:pPr marL="0">
              <a:spcBef>
                <a:spcPts val="0"/>
              </a:spcBef>
            </a:pPr>
            <a:r>
              <a:rPr lang="en-US" dirty="0"/>
              <a:t>    &lt;dd&gt;</a:t>
            </a:r>
            <a:r>
              <a:rPr lang="ru-RU" dirty="0"/>
              <a:t>Смелая и преданная порода.&lt;/</a:t>
            </a:r>
            <a:r>
              <a:rPr lang="en-US" dirty="0"/>
              <a:t>dd&gt;</a:t>
            </a:r>
          </a:p>
          <a:p>
            <a:pPr marL="0">
              <a:spcBef>
                <a:spcPts val="0"/>
              </a:spcBef>
            </a:pPr>
            <a:r>
              <a:rPr lang="en-US" dirty="0"/>
              <a:t>    &lt;dt&gt;</a:t>
            </a:r>
            <a:r>
              <a:rPr lang="ru-RU" dirty="0"/>
              <a:t>Бультерьер&lt;/</a:t>
            </a:r>
            <a:r>
              <a:rPr lang="en-US" dirty="0"/>
              <a:t>dt&gt;</a:t>
            </a:r>
          </a:p>
          <a:p>
            <a:pPr marL="0">
              <a:spcBef>
                <a:spcPts val="0"/>
              </a:spcBef>
            </a:pPr>
            <a:r>
              <a:rPr lang="en-US" dirty="0"/>
              <a:t>    &lt;dd&gt;</a:t>
            </a:r>
            <a:r>
              <a:rPr lang="ru-RU" dirty="0"/>
              <a:t>Активный и энергичный пес.&lt;/</a:t>
            </a:r>
            <a:r>
              <a:rPr lang="en-US" dirty="0"/>
              <a:t>dd&gt;</a:t>
            </a:r>
          </a:p>
          <a:p>
            <a:pPr marL="0">
              <a:spcBef>
                <a:spcPts val="0"/>
              </a:spcBef>
            </a:pPr>
            <a:r>
              <a:rPr lang="en-US" dirty="0"/>
              <a:t>&lt;/dl&gt;</a:t>
            </a:r>
          </a:p>
          <a:p>
            <a:pPr marL="0">
              <a:spcBef>
                <a:spcPts val="0"/>
              </a:spcBef>
            </a:pPr>
            <a:r>
              <a:rPr lang="en-US" dirty="0"/>
              <a:t>&lt;/body&gt;</a:t>
            </a:r>
          </a:p>
          <a:p>
            <a:pPr marL="0">
              <a:spcBef>
                <a:spcPts val="0"/>
              </a:spcBef>
            </a:pPr>
            <a:r>
              <a:rPr lang="en-US" dirty="0"/>
              <a:t>&lt;/html&gt;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736E943-B141-4535-A801-6B3C094229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069" y="2106582"/>
            <a:ext cx="5277587" cy="2857899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856939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06C4D4-2291-C2E3-D7D0-EAD074661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074" y="93600"/>
            <a:ext cx="9365241" cy="1113763"/>
          </a:xfrm>
        </p:spPr>
        <p:txBody>
          <a:bodyPr/>
          <a:lstStyle/>
          <a:p>
            <a:r>
              <a:rPr lang="ru-RU" dirty="0"/>
              <a:t>Ход работы. Задание 5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6966A71-BBCC-E9A0-C026-AA1C373291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67961" y="941033"/>
            <a:ext cx="4317508" cy="5828409"/>
          </a:xfrm>
        </p:spPr>
        <p:txBody>
          <a:bodyPr>
            <a:normAutofit fontScale="32500" lnSpcReduction="20000"/>
          </a:bodyPr>
          <a:lstStyle/>
          <a:p>
            <a:pPr marL="0">
              <a:spcBef>
                <a:spcPts val="0"/>
              </a:spcBef>
            </a:pPr>
            <a:r>
              <a:rPr lang="en-US" dirty="0"/>
              <a:t>&lt;!DOCTYPE html&gt;</a:t>
            </a:r>
          </a:p>
          <a:p>
            <a:pPr marL="0">
              <a:spcBef>
                <a:spcPts val="0"/>
              </a:spcBef>
            </a:pPr>
            <a:r>
              <a:rPr lang="en-US" dirty="0"/>
              <a:t>&lt;html lang="</a:t>
            </a:r>
            <a:r>
              <a:rPr lang="en-US" dirty="0" err="1"/>
              <a:t>ru</a:t>
            </a:r>
            <a:r>
              <a:rPr lang="en-US" dirty="0"/>
              <a:t>"&gt;</a:t>
            </a:r>
          </a:p>
          <a:p>
            <a:pPr marL="0">
              <a:spcBef>
                <a:spcPts val="0"/>
              </a:spcBef>
            </a:pPr>
            <a:r>
              <a:rPr lang="en-US" dirty="0"/>
              <a:t>&lt;head&gt;</a:t>
            </a:r>
          </a:p>
          <a:p>
            <a:pPr marL="0">
              <a:spcBef>
                <a:spcPts val="0"/>
              </a:spcBef>
            </a:pPr>
            <a:r>
              <a:rPr lang="en-US" dirty="0"/>
              <a:t>    &lt;meta charset="UTF-8"&gt;</a:t>
            </a:r>
          </a:p>
          <a:p>
            <a:pPr marL="0">
              <a:spcBef>
                <a:spcPts val="0"/>
              </a:spcBef>
            </a:pPr>
            <a:r>
              <a:rPr lang="en-US" dirty="0"/>
              <a:t>    &lt;title&gt;</a:t>
            </a:r>
            <a:r>
              <a:rPr lang="ru-RU" dirty="0"/>
              <a:t>Задание 2. Создание нумерованных и ненумерованных списков на </a:t>
            </a:r>
            <a:r>
              <a:rPr lang="en-US" dirty="0"/>
              <a:t>Web-</a:t>
            </a:r>
            <a:r>
              <a:rPr lang="ru-RU" dirty="0"/>
              <a:t>странице по образцу&lt;/</a:t>
            </a:r>
            <a:r>
              <a:rPr lang="en-US" dirty="0"/>
              <a:t>title&gt;</a:t>
            </a:r>
          </a:p>
          <a:p>
            <a:pPr marL="0">
              <a:spcBef>
                <a:spcPts val="0"/>
              </a:spcBef>
            </a:pPr>
            <a:r>
              <a:rPr lang="en-US" dirty="0"/>
              <a:t>&lt;/head&gt;</a:t>
            </a:r>
          </a:p>
          <a:p>
            <a:pPr marL="0">
              <a:spcBef>
                <a:spcPts val="0"/>
              </a:spcBef>
            </a:pPr>
            <a:r>
              <a:rPr lang="en-US" dirty="0"/>
              <a:t>&lt;body&gt;</a:t>
            </a:r>
          </a:p>
          <a:p>
            <a:pPr marL="0">
              <a:spcBef>
                <a:spcPts val="0"/>
              </a:spcBef>
            </a:pPr>
            <a:r>
              <a:rPr lang="en-US" dirty="0"/>
              <a:t>&lt;h2&gt;</a:t>
            </a:r>
            <a:r>
              <a:rPr lang="ru-RU" dirty="0"/>
              <a:t>Ненумерованный список&lt;/</a:t>
            </a:r>
            <a:r>
              <a:rPr lang="en-US" dirty="0"/>
              <a:t>h2&gt;</a:t>
            </a:r>
          </a:p>
          <a:p>
            <a:pPr marL="0">
              <a:spcBef>
                <a:spcPts val="0"/>
              </a:spcBef>
            </a:pPr>
            <a:r>
              <a:rPr lang="en-US" dirty="0"/>
              <a:t>&lt;ul&gt;</a:t>
            </a:r>
          </a:p>
          <a:p>
            <a:pPr marL="0">
              <a:spcBef>
                <a:spcPts val="0"/>
              </a:spcBef>
            </a:pPr>
            <a:r>
              <a:rPr lang="en-US" dirty="0"/>
              <a:t>    &lt;li&gt;</a:t>
            </a:r>
            <a:r>
              <a:rPr lang="ru-RU" dirty="0"/>
              <a:t>Пункт 1 списка&lt;/</a:t>
            </a:r>
            <a:r>
              <a:rPr lang="en-US" dirty="0"/>
              <a:t>li&gt;</a:t>
            </a:r>
          </a:p>
          <a:p>
            <a:pPr marL="0">
              <a:spcBef>
                <a:spcPts val="0"/>
              </a:spcBef>
            </a:pPr>
            <a:r>
              <a:rPr lang="en-US" dirty="0"/>
              <a:t>    &lt;li&gt;</a:t>
            </a:r>
            <a:r>
              <a:rPr lang="ru-RU" dirty="0"/>
              <a:t>Пункт 2 списка&lt;/</a:t>
            </a:r>
            <a:r>
              <a:rPr lang="en-US" dirty="0"/>
              <a:t>li&gt;</a:t>
            </a:r>
          </a:p>
          <a:p>
            <a:pPr marL="0">
              <a:spcBef>
                <a:spcPts val="0"/>
              </a:spcBef>
            </a:pPr>
            <a:r>
              <a:rPr lang="en-US" dirty="0"/>
              <a:t>    &lt;li&gt;</a:t>
            </a:r>
            <a:r>
              <a:rPr lang="ru-RU" dirty="0"/>
              <a:t>Пункт 3 списка&lt;/</a:t>
            </a:r>
            <a:r>
              <a:rPr lang="en-US" dirty="0"/>
              <a:t>li&gt;</a:t>
            </a:r>
          </a:p>
          <a:p>
            <a:pPr marL="0">
              <a:spcBef>
                <a:spcPts val="0"/>
              </a:spcBef>
            </a:pPr>
            <a:r>
              <a:rPr lang="en-US" dirty="0"/>
              <a:t>&lt;/ul&gt;</a:t>
            </a:r>
          </a:p>
          <a:p>
            <a:pPr marL="0">
              <a:spcBef>
                <a:spcPts val="0"/>
              </a:spcBef>
            </a:pPr>
            <a:endParaRPr lang="en-US" dirty="0"/>
          </a:p>
          <a:p>
            <a:pPr marL="0">
              <a:spcBef>
                <a:spcPts val="0"/>
              </a:spcBef>
            </a:pPr>
            <a:r>
              <a:rPr lang="en-US" dirty="0"/>
              <a:t>&lt;h2&gt;</a:t>
            </a:r>
            <a:r>
              <a:rPr lang="ru-RU" dirty="0"/>
              <a:t>Вложенные списки&lt;/</a:t>
            </a:r>
            <a:r>
              <a:rPr lang="en-US" dirty="0"/>
              <a:t>h2&gt;</a:t>
            </a:r>
          </a:p>
          <a:p>
            <a:pPr marL="0">
              <a:spcBef>
                <a:spcPts val="0"/>
              </a:spcBef>
            </a:pPr>
            <a:r>
              <a:rPr lang="en-US" dirty="0"/>
              <a:t>&lt;ul&gt;</a:t>
            </a:r>
          </a:p>
          <a:p>
            <a:pPr marL="0">
              <a:spcBef>
                <a:spcPts val="0"/>
              </a:spcBef>
            </a:pPr>
            <a:r>
              <a:rPr lang="en-US" dirty="0"/>
              <a:t>    &lt;li&gt;</a:t>
            </a:r>
            <a:r>
              <a:rPr lang="ru-RU" dirty="0"/>
              <a:t>Пункт 1</a:t>
            </a:r>
          </a:p>
          <a:p>
            <a:pPr marL="0">
              <a:spcBef>
                <a:spcPts val="0"/>
              </a:spcBef>
            </a:pPr>
            <a:r>
              <a:rPr lang="ru-RU" dirty="0"/>
              <a:t>        &lt;</a:t>
            </a:r>
            <a:r>
              <a:rPr lang="en-US" dirty="0" err="1"/>
              <a:t>ol</a:t>
            </a:r>
            <a:r>
              <a:rPr lang="en-US" dirty="0"/>
              <a:t>&gt;</a:t>
            </a:r>
          </a:p>
          <a:p>
            <a:pPr marL="0">
              <a:spcBef>
                <a:spcPts val="0"/>
              </a:spcBef>
            </a:pPr>
            <a:r>
              <a:rPr lang="en-US" dirty="0"/>
              <a:t>            &lt;li&gt;</a:t>
            </a:r>
            <a:r>
              <a:rPr lang="ru-RU" dirty="0"/>
              <a:t>Пункт 1.1.&lt;/</a:t>
            </a:r>
            <a:r>
              <a:rPr lang="en-US" dirty="0"/>
              <a:t>li&gt;</a:t>
            </a:r>
          </a:p>
          <a:p>
            <a:pPr marL="0">
              <a:spcBef>
                <a:spcPts val="0"/>
              </a:spcBef>
            </a:pPr>
            <a:r>
              <a:rPr lang="en-US" dirty="0"/>
              <a:t>            &lt;li&gt;</a:t>
            </a:r>
            <a:r>
              <a:rPr lang="ru-RU" dirty="0"/>
              <a:t>Пункт 1.2.&lt;/</a:t>
            </a:r>
            <a:r>
              <a:rPr lang="en-US" dirty="0"/>
              <a:t>li&gt;</a:t>
            </a:r>
          </a:p>
          <a:p>
            <a:pPr marL="0">
              <a:spcBef>
                <a:spcPts val="0"/>
              </a:spcBef>
            </a:pPr>
            <a:r>
              <a:rPr lang="en-US" dirty="0"/>
              <a:t>        &lt;/</a:t>
            </a:r>
            <a:r>
              <a:rPr lang="en-US" dirty="0" err="1"/>
              <a:t>ol</a:t>
            </a:r>
            <a:r>
              <a:rPr lang="en-US" dirty="0"/>
              <a:t>&gt;</a:t>
            </a:r>
          </a:p>
          <a:p>
            <a:pPr marL="0">
              <a:spcBef>
                <a:spcPts val="0"/>
              </a:spcBef>
            </a:pPr>
            <a:r>
              <a:rPr lang="en-US" dirty="0"/>
              <a:t>    &lt;/li&gt;</a:t>
            </a:r>
          </a:p>
          <a:p>
            <a:pPr marL="0">
              <a:spcBef>
                <a:spcPts val="0"/>
              </a:spcBef>
            </a:pPr>
            <a:r>
              <a:rPr lang="en-US" dirty="0"/>
              <a:t>    &lt;li&gt;</a:t>
            </a:r>
            <a:r>
              <a:rPr lang="ru-RU" dirty="0"/>
              <a:t>Пункт 2</a:t>
            </a:r>
          </a:p>
          <a:p>
            <a:pPr marL="0">
              <a:spcBef>
                <a:spcPts val="0"/>
              </a:spcBef>
            </a:pPr>
            <a:r>
              <a:rPr lang="ru-RU" dirty="0"/>
              <a:t>        &lt;</a:t>
            </a:r>
            <a:r>
              <a:rPr lang="en-US" dirty="0" err="1"/>
              <a:t>ol</a:t>
            </a:r>
            <a:r>
              <a:rPr lang="en-US" dirty="0"/>
              <a:t>&gt;</a:t>
            </a:r>
          </a:p>
          <a:p>
            <a:pPr marL="0">
              <a:spcBef>
                <a:spcPts val="0"/>
              </a:spcBef>
            </a:pPr>
            <a:r>
              <a:rPr lang="en-US" dirty="0"/>
              <a:t>            &lt;li&gt;</a:t>
            </a:r>
            <a:r>
              <a:rPr lang="ru-RU" dirty="0"/>
              <a:t>Пункт 2.1.&lt;/</a:t>
            </a:r>
            <a:r>
              <a:rPr lang="en-US" dirty="0"/>
              <a:t>li&gt;</a:t>
            </a:r>
          </a:p>
          <a:p>
            <a:pPr marL="0">
              <a:spcBef>
                <a:spcPts val="0"/>
              </a:spcBef>
            </a:pPr>
            <a:r>
              <a:rPr lang="en-US" dirty="0"/>
              <a:t>            &lt;li&gt;</a:t>
            </a:r>
            <a:r>
              <a:rPr lang="ru-RU" dirty="0"/>
              <a:t>Пункт 2.2.&lt;/</a:t>
            </a:r>
            <a:r>
              <a:rPr lang="en-US" dirty="0"/>
              <a:t>li&gt;</a:t>
            </a:r>
          </a:p>
          <a:p>
            <a:pPr marL="0">
              <a:spcBef>
                <a:spcPts val="0"/>
              </a:spcBef>
            </a:pPr>
            <a:r>
              <a:rPr lang="en-US" dirty="0"/>
              <a:t>        &lt;/</a:t>
            </a:r>
            <a:r>
              <a:rPr lang="en-US" dirty="0" err="1"/>
              <a:t>ol</a:t>
            </a:r>
            <a:r>
              <a:rPr lang="en-US" dirty="0"/>
              <a:t>&gt;</a:t>
            </a:r>
          </a:p>
          <a:p>
            <a:pPr marL="0">
              <a:spcBef>
                <a:spcPts val="0"/>
              </a:spcBef>
            </a:pPr>
            <a:r>
              <a:rPr lang="en-US" dirty="0"/>
              <a:t>    &lt;/li&gt;</a:t>
            </a:r>
          </a:p>
          <a:p>
            <a:pPr marL="0">
              <a:spcBef>
                <a:spcPts val="0"/>
              </a:spcBef>
            </a:pPr>
            <a:r>
              <a:rPr lang="en-US" dirty="0"/>
              <a:t>    &lt;li&gt;</a:t>
            </a:r>
            <a:r>
              <a:rPr lang="ru-RU" dirty="0"/>
              <a:t>Пункт 3</a:t>
            </a:r>
          </a:p>
          <a:p>
            <a:pPr marL="0">
              <a:spcBef>
                <a:spcPts val="0"/>
              </a:spcBef>
            </a:pPr>
            <a:r>
              <a:rPr lang="ru-RU" dirty="0"/>
              <a:t>        &lt;</a:t>
            </a:r>
            <a:r>
              <a:rPr lang="en-US" dirty="0" err="1"/>
              <a:t>ol</a:t>
            </a:r>
            <a:r>
              <a:rPr lang="en-US" dirty="0"/>
              <a:t>&gt;</a:t>
            </a:r>
          </a:p>
          <a:p>
            <a:pPr marL="0">
              <a:spcBef>
                <a:spcPts val="0"/>
              </a:spcBef>
            </a:pPr>
            <a:r>
              <a:rPr lang="en-US" dirty="0"/>
              <a:t>            &lt;li&gt;</a:t>
            </a:r>
            <a:r>
              <a:rPr lang="ru-RU" dirty="0"/>
              <a:t>Пункт 3.1.&lt;/</a:t>
            </a:r>
            <a:r>
              <a:rPr lang="en-US" dirty="0"/>
              <a:t>li&gt;</a:t>
            </a:r>
          </a:p>
          <a:p>
            <a:pPr marL="0">
              <a:spcBef>
                <a:spcPts val="0"/>
              </a:spcBef>
            </a:pPr>
            <a:r>
              <a:rPr lang="en-US" dirty="0"/>
              <a:t>            &lt;li&gt;</a:t>
            </a:r>
            <a:r>
              <a:rPr lang="ru-RU" dirty="0"/>
              <a:t>Пункт 3.2.&lt;/</a:t>
            </a:r>
            <a:r>
              <a:rPr lang="en-US" dirty="0"/>
              <a:t>li&gt;</a:t>
            </a:r>
          </a:p>
          <a:p>
            <a:pPr marL="0">
              <a:spcBef>
                <a:spcPts val="0"/>
              </a:spcBef>
            </a:pPr>
            <a:r>
              <a:rPr lang="en-US" dirty="0"/>
              <a:t>        &lt;/</a:t>
            </a:r>
            <a:r>
              <a:rPr lang="en-US" dirty="0" err="1"/>
              <a:t>ol</a:t>
            </a:r>
            <a:r>
              <a:rPr lang="en-US" dirty="0"/>
              <a:t>&gt;</a:t>
            </a:r>
          </a:p>
          <a:p>
            <a:pPr marL="0">
              <a:spcBef>
                <a:spcPts val="0"/>
              </a:spcBef>
            </a:pPr>
            <a:r>
              <a:rPr lang="en-US" dirty="0"/>
              <a:t>    &lt;/li&gt;</a:t>
            </a:r>
          </a:p>
          <a:p>
            <a:pPr marL="0">
              <a:spcBef>
                <a:spcPts val="0"/>
              </a:spcBef>
            </a:pPr>
            <a:r>
              <a:rPr lang="en-US" dirty="0"/>
              <a:t>&lt;/ul&gt;</a:t>
            </a:r>
          </a:p>
          <a:p>
            <a:pPr marL="0">
              <a:spcBef>
                <a:spcPts val="0"/>
              </a:spcBef>
            </a:pPr>
            <a:endParaRPr lang="en-US" dirty="0"/>
          </a:p>
          <a:p>
            <a:pPr marL="0">
              <a:spcBef>
                <a:spcPts val="0"/>
              </a:spcBef>
            </a:pPr>
            <a:r>
              <a:rPr lang="en-US" dirty="0"/>
              <a:t>&lt;h2&gt;</a:t>
            </a:r>
            <a:r>
              <a:rPr lang="ru-RU" dirty="0"/>
              <a:t>Нумерованный список&lt;/</a:t>
            </a:r>
            <a:r>
              <a:rPr lang="en-US" dirty="0"/>
              <a:t>h2&gt;</a:t>
            </a:r>
          </a:p>
          <a:p>
            <a:pPr marL="0">
              <a:spcBef>
                <a:spcPts val="0"/>
              </a:spcBef>
            </a:pPr>
            <a:r>
              <a:rPr lang="en-US" dirty="0"/>
              <a:t>&lt;</a:t>
            </a:r>
            <a:r>
              <a:rPr lang="en-US" dirty="0" err="1"/>
              <a:t>ol</a:t>
            </a:r>
            <a:r>
              <a:rPr lang="en-US" dirty="0"/>
              <a:t> type="I"&gt;</a:t>
            </a:r>
          </a:p>
          <a:p>
            <a:pPr marL="0">
              <a:spcBef>
                <a:spcPts val="0"/>
              </a:spcBef>
            </a:pPr>
            <a:r>
              <a:rPr lang="en-US" dirty="0"/>
              <a:t>    &lt;li&gt;</a:t>
            </a:r>
            <a:r>
              <a:rPr lang="ru-RU" dirty="0"/>
              <a:t>Пункт 1&lt;/</a:t>
            </a:r>
            <a:r>
              <a:rPr lang="en-US" dirty="0"/>
              <a:t>li&gt;</a:t>
            </a:r>
          </a:p>
          <a:p>
            <a:pPr marL="0">
              <a:spcBef>
                <a:spcPts val="0"/>
              </a:spcBef>
            </a:pPr>
            <a:r>
              <a:rPr lang="en-US" dirty="0"/>
              <a:t>    &lt;li&gt;</a:t>
            </a:r>
            <a:r>
              <a:rPr lang="ru-RU" dirty="0"/>
              <a:t>Пункт 2&lt;/</a:t>
            </a:r>
            <a:r>
              <a:rPr lang="en-US" dirty="0"/>
              <a:t>li&gt;</a:t>
            </a:r>
          </a:p>
          <a:p>
            <a:pPr marL="0">
              <a:spcBef>
                <a:spcPts val="0"/>
              </a:spcBef>
            </a:pPr>
            <a:r>
              <a:rPr lang="en-US" dirty="0"/>
              <a:t>    &lt;li&gt;</a:t>
            </a:r>
            <a:r>
              <a:rPr lang="ru-RU" dirty="0"/>
              <a:t>Пункт 3&lt;/</a:t>
            </a:r>
            <a:r>
              <a:rPr lang="en-US" dirty="0"/>
              <a:t>li&gt;</a:t>
            </a:r>
          </a:p>
          <a:p>
            <a:pPr marL="0">
              <a:spcBef>
                <a:spcPts val="0"/>
              </a:spcBef>
            </a:pPr>
            <a:r>
              <a:rPr lang="en-US" dirty="0"/>
              <a:t>    &lt;li&gt;</a:t>
            </a:r>
            <a:r>
              <a:rPr lang="ru-RU" dirty="0"/>
              <a:t>Пункт 4&lt;/</a:t>
            </a:r>
            <a:r>
              <a:rPr lang="en-US" dirty="0"/>
              <a:t>li&gt;</a:t>
            </a:r>
          </a:p>
          <a:p>
            <a:pPr marL="0">
              <a:spcBef>
                <a:spcPts val="0"/>
              </a:spcBef>
            </a:pPr>
            <a:r>
              <a:rPr lang="en-US" dirty="0"/>
              <a:t>&lt;/</a:t>
            </a:r>
            <a:r>
              <a:rPr lang="en-US" dirty="0" err="1"/>
              <a:t>ol</a:t>
            </a:r>
            <a:r>
              <a:rPr lang="en-US" dirty="0"/>
              <a:t>&gt;</a:t>
            </a:r>
          </a:p>
          <a:p>
            <a:pPr marL="0">
              <a:spcBef>
                <a:spcPts val="0"/>
              </a:spcBef>
            </a:pPr>
            <a:endParaRPr lang="en-US" dirty="0"/>
          </a:p>
          <a:p>
            <a:pPr marL="0">
              <a:spcBef>
                <a:spcPts val="0"/>
              </a:spcBef>
            </a:pPr>
            <a:r>
              <a:rPr lang="en-US" dirty="0"/>
              <a:t>&lt;h2&gt;</a:t>
            </a:r>
            <a:r>
              <a:rPr lang="ru-RU" dirty="0"/>
              <a:t>Список с определениями&lt;/</a:t>
            </a:r>
            <a:r>
              <a:rPr lang="en-US" dirty="0"/>
              <a:t>h2&gt;</a:t>
            </a:r>
          </a:p>
          <a:p>
            <a:pPr marL="0">
              <a:spcBef>
                <a:spcPts val="0"/>
              </a:spcBef>
            </a:pPr>
            <a:r>
              <a:rPr lang="en-US" dirty="0"/>
              <a:t>&lt;dl&gt;</a:t>
            </a:r>
          </a:p>
          <a:p>
            <a:pPr marL="0">
              <a:spcBef>
                <a:spcPts val="0"/>
              </a:spcBef>
            </a:pPr>
            <a:r>
              <a:rPr lang="en-US" dirty="0"/>
              <a:t>    &lt;dt&gt;</a:t>
            </a:r>
            <a:r>
              <a:rPr lang="ru-RU" dirty="0"/>
              <a:t>Пункт 1&lt;/</a:t>
            </a:r>
            <a:r>
              <a:rPr lang="en-US" dirty="0"/>
              <a:t>dt&gt;</a:t>
            </a:r>
          </a:p>
          <a:p>
            <a:pPr marL="0">
              <a:spcBef>
                <a:spcPts val="0"/>
              </a:spcBef>
            </a:pPr>
            <a:r>
              <a:rPr lang="en-US" dirty="0"/>
              <a:t>    &lt;dd&gt;</a:t>
            </a:r>
            <a:r>
              <a:rPr lang="ru-RU" dirty="0"/>
              <a:t>Определение пункта 1&lt;/</a:t>
            </a:r>
            <a:r>
              <a:rPr lang="en-US" dirty="0"/>
              <a:t>dd&gt;</a:t>
            </a:r>
          </a:p>
          <a:p>
            <a:pPr marL="0">
              <a:spcBef>
                <a:spcPts val="0"/>
              </a:spcBef>
            </a:pPr>
            <a:r>
              <a:rPr lang="en-US" dirty="0"/>
              <a:t>    &lt;dd&gt;</a:t>
            </a:r>
            <a:r>
              <a:rPr lang="ru-RU" dirty="0"/>
              <a:t>Другое определение пункта 1&lt;/</a:t>
            </a:r>
            <a:r>
              <a:rPr lang="en-US" dirty="0"/>
              <a:t>dd&gt;</a:t>
            </a:r>
          </a:p>
          <a:p>
            <a:pPr marL="0">
              <a:spcBef>
                <a:spcPts val="0"/>
              </a:spcBef>
            </a:pPr>
            <a:r>
              <a:rPr lang="en-US" dirty="0"/>
              <a:t>    &lt;dt&gt;</a:t>
            </a:r>
            <a:r>
              <a:rPr lang="ru-RU" dirty="0"/>
              <a:t>Пункт 2&lt;/</a:t>
            </a:r>
            <a:r>
              <a:rPr lang="en-US" dirty="0"/>
              <a:t>dt&gt;</a:t>
            </a:r>
          </a:p>
          <a:p>
            <a:pPr marL="0">
              <a:spcBef>
                <a:spcPts val="0"/>
              </a:spcBef>
            </a:pPr>
            <a:r>
              <a:rPr lang="en-US" dirty="0"/>
              <a:t>    &lt;dd&gt;</a:t>
            </a:r>
            <a:r>
              <a:rPr lang="ru-RU" dirty="0"/>
              <a:t>Определение пункта 2&lt;/</a:t>
            </a:r>
            <a:r>
              <a:rPr lang="en-US" dirty="0"/>
              <a:t>dd&gt;</a:t>
            </a:r>
          </a:p>
          <a:p>
            <a:pPr marL="0">
              <a:spcBef>
                <a:spcPts val="0"/>
              </a:spcBef>
            </a:pPr>
            <a:r>
              <a:rPr lang="en-US" dirty="0"/>
              <a:t>    &lt;dt&gt;</a:t>
            </a:r>
            <a:r>
              <a:rPr lang="ru-RU" dirty="0"/>
              <a:t>Пункт 3&lt;/</a:t>
            </a:r>
            <a:r>
              <a:rPr lang="en-US" dirty="0"/>
              <a:t>dt&gt;</a:t>
            </a:r>
          </a:p>
          <a:p>
            <a:pPr marL="0">
              <a:spcBef>
                <a:spcPts val="0"/>
              </a:spcBef>
            </a:pPr>
            <a:r>
              <a:rPr lang="en-US" dirty="0"/>
              <a:t>    &lt;dd&gt;</a:t>
            </a:r>
            <a:r>
              <a:rPr lang="ru-RU" dirty="0"/>
              <a:t>Определение пункта 3&lt;/</a:t>
            </a:r>
            <a:r>
              <a:rPr lang="en-US" dirty="0"/>
              <a:t>dd&gt;</a:t>
            </a:r>
          </a:p>
          <a:p>
            <a:pPr marL="0">
              <a:spcBef>
                <a:spcPts val="0"/>
              </a:spcBef>
            </a:pPr>
            <a:r>
              <a:rPr lang="en-US" dirty="0"/>
              <a:t>&lt;/dl&gt;</a:t>
            </a:r>
          </a:p>
          <a:p>
            <a:pPr marL="0">
              <a:spcBef>
                <a:spcPts val="0"/>
              </a:spcBef>
            </a:pPr>
            <a:r>
              <a:rPr lang="en-US" dirty="0"/>
              <a:t>&lt;/body&gt;</a:t>
            </a:r>
          </a:p>
          <a:p>
            <a:pPr marL="0">
              <a:spcBef>
                <a:spcPts val="0"/>
              </a:spcBef>
            </a:pPr>
            <a:r>
              <a:rPr lang="en-US" dirty="0"/>
              <a:t>&lt;/html&gt;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59C73D1-E890-43C8-A3D4-90CD9372BD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444" y="1289703"/>
            <a:ext cx="4691908" cy="5332654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36461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06C4D4-2291-C2E3-D7D0-EAD074661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074" y="93600"/>
            <a:ext cx="9365241" cy="1113763"/>
          </a:xfrm>
        </p:spPr>
        <p:txBody>
          <a:bodyPr/>
          <a:lstStyle/>
          <a:p>
            <a:r>
              <a:rPr lang="ru-RU" dirty="0"/>
              <a:t>Ход работы. Задание 6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6966A71-BBCC-E9A0-C026-AA1C373291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78284" y="175526"/>
            <a:ext cx="2825357" cy="6588874"/>
          </a:xfrm>
        </p:spPr>
        <p:txBody>
          <a:bodyPr>
            <a:noAutofit/>
          </a:bodyPr>
          <a:lstStyle/>
          <a:p>
            <a:pPr marL="0">
              <a:spcBef>
                <a:spcPts val="0"/>
              </a:spcBef>
            </a:pPr>
            <a:r>
              <a:rPr lang="en-US" sz="950" dirty="0"/>
              <a:t>&lt;!DOCTYPE html&gt;</a:t>
            </a:r>
          </a:p>
          <a:p>
            <a:pPr marL="0">
              <a:spcBef>
                <a:spcPts val="0"/>
              </a:spcBef>
            </a:pPr>
            <a:r>
              <a:rPr lang="en-US" sz="950" dirty="0"/>
              <a:t>&lt;html lang="</a:t>
            </a:r>
            <a:r>
              <a:rPr lang="en-US" sz="950" dirty="0" err="1"/>
              <a:t>ru</a:t>
            </a:r>
            <a:r>
              <a:rPr lang="en-US" sz="950" dirty="0"/>
              <a:t>"&gt;</a:t>
            </a:r>
          </a:p>
          <a:p>
            <a:pPr marL="0">
              <a:spcBef>
                <a:spcPts val="0"/>
              </a:spcBef>
            </a:pPr>
            <a:r>
              <a:rPr lang="en-US" sz="950" dirty="0"/>
              <a:t>&lt;head&gt;</a:t>
            </a:r>
          </a:p>
          <a:p>
            <a:pPr marL="0">
              <a:spcBef>
                <a:spcPts val="0"/>
              </a:spcBef>
            </a:pPr>
            <a:r>
              <a:rPr lang="en-US" sz="950" dirty="0"/>
              <a:t>    &lt;meta charset="UTF-8"&gt;</a:t>
            </a:r>
          </a:p>
          <a:p>
            <a:pPr marL="0">
              <a:spcBef>
                <a:spcPts val="0"/>
              </a:spcBef>
            </a:pPr>
            <a:r>
              <a:rPr lang="en-US" sz="950" dirty="0"/>
              <a:t>    &lt;title&gt;</a:t>
            </a:r>
            <a:r>
              <a:rPr lang="ru-RU" sz="950" dirty="0"/>
              <a:t>Задание 6. Автомобили&lt;/</a:t>
            </a:r>
            <a:r>
              <a:rPr lang="en-US" sz="950" dirty="0"/>
              <a:t>title&gt;</a:t>
            </a:r>
          </a:p>
          <a:p>
            <a:pPr marL="0">
              <a:spcBef>
                <a:spcPts val="0"/>
              </a:spcBef>
            </a:pPr>
            <a:r>
              <a:rPr lang="en-US" sz="950" dirty="0"/>
              <a:t>&lt;/head&gt;</a:t>
            </a:r>
          </a:p>
          <a:p>
            <a:pPr marL="0">
              <a:spcBef>
                <a:spcPts val="0"/>
              </a:spcBef>
            </a:pPr>
            <a:r>
              <a:rPr lang="en-US" sz="950" dirty="0"/>
              <a:t>&lt;body&gt;</a:t>
            </a:r>
          </a:p>
          <a:p>
            <a:pPr marL="0">
              <a:spcBef>
                <a:spcPts val="0"/>
              </a:spcBef>
            </a:pPr>
            <a:r>
              <a:rPr lang="en-US" sz="950" dirty="0"/>
              <a:t>&lt;h2&gt;</a:t>
            </a:r>
            <a:r>
              <a:rPr lang="ru-RU" sz="950" dirty="0"/>
              <a:t>Автомобили&lt;/</a:t>
            </a:r>
            <a:r>
              <a:rPr lang="en-US" sz="950" dirty="0"/>
              <a:t>h2&gt;</a:t>
            </a:r>
          </a:p>
          <a:p>
            <a:pPr marL="0">
              <a:spcBef>
                <a:spcPts val="0"/>
              </a:spcBef>
            </a:pPr>
            <a:r>
              <a:rPr lang="en-US" sz="950" dirty="0"/>
              <a:t>&lt;ul&gt;</a:t>
            </a:r>
          </a:p>
          <a:p>
            <a:pPr marL="0">
              <a:spcBef>
                <a:spcPts val="0"/>
              </a:spcBef>
            </a:pPr>
            <a:r>
              <a:rPr lang="en-US" sz="950" dirty="0"/>
              <a:t>    &lt;li&gt;</a:t>
            </a:r>
            <a:r>
              <a:rPr lang="ru-RU" sz="950" dirty="0"/>
              <a:t>США</a:t>
            </a:r>
          </a:p>
          <a:p>
            <a:pPr marL="0">
              <a:spcBef>
                <a:spcPts val="0"/>
              </a:spcBef>
            </a:pPr>
            <a:r>
              <a:rPr lang="ru-RU" sz="950" dirty="0"/>
              <a:t>        &lt;</a:t>
            </a:r>
            <a:r>
              <a:rPr lang="en-US" sz="950" dirty="0" err="1"/>
              <a:t>ol</a:t>
            </a:r>
            <a:r>
              <a:rPr lang="en-US" sz="950" dirty="0"/>
              <a:t>&gt;</a:t>
            </a:r>
          </a:p>
          <a:p>
            <a:pPr marL="0">
              <a:spcBef>
                <a:spcPts val="0"/>
              </a:spcBef>
            </a:pPr>
            <a:r>
              <a:rPr lang="en-US" sz="950" dirty="0"/>
              <a:t>            &lt;li&gt;Ford</a:t>
            </a:r>
          </a:p>
          <a:p>
            <a:pPr marL="0">
              <a:spcBef>
                <a:spcPts val="0"/>
              </a:spcBef>
            </a:pPr>
            <a:r>
              <a:rPr lang="en-US" sz="950" dirty="0"/>
              <a:t>                &lt;ul&gt;</a:t>
            </a:r>
          </a:p>
          <a:p>
            <a:pPr marL="0">
              <a:spcBef>
                <a:spcPts val="0"/>
              </a:spcBef>
            </a:pPr>
            <a:r>
              <a:rPr lang="en-US" sz="950" dirty="0"/>
              <a:t>                    &lt;li&gt;Mustang&lt;/li&gt;</a:t>
            </a:r>
          </a:p>
          <a:p>
            <a:pPr marL="0">
              <a:spcBef>
                <a:spcPts val="0"/>
              </a:spcBef>
            </a:pPr>
            <a:r>
              <a:rPr lang="en-US" sz="950" dirty="0"/>
              <a:t>                    &lt;li&gt;F-150&lt;/li&gt;</a:t>
            </a:r>
          </a:p>
          <a:p>
            <a:pPr marL="0">
              <a:spcBef>
                <a:spcPts val="0"/>
              </a:spcBef>
            </a:pPr>
            <a:r>
              <a:rPr lang="en-US" sz="950" dirty="0"/>
              <a:t>                &lt;/ul&gt;</a:t>
            </a:r>
          </a:p>
          <a:p>
            <a:pPr marL="0">
              <a:spcBef>
                <a:spcPts val="0"/>
              </a:spcBef>
            </a:pPr>
            <a:r>
              <a:rPr lang="en-US" sz="950" dirty="0"/>
              <a:t>            &lt;/li&gt;</a:t>
            </a:r>
          </a:p>
          <a:p>
            <a:pPr marL="0">
              <a:spcBef>
                <a:spcPts val="0"/>
              </a:spcBef>
            </a:pPr>
            <a:r>
              <a:rPr lang="en-US" sz="950" dirty="0"/>
              <a:t>            &lt;li&gt;Chevrolet</a:t>
            </a:r>
          </a:p>
          <a:p>
            <a:pPr marL="0">
              <a:spcBef>
                <a:spcPts val="0"/>
              </a:spcBef>
            </a:pPr>
            <a:r>
              <a:rPr lang="en-US" sz="950" dirty="0"/>
              <a:t>                &lt;ul&gt;</a:t>
            </a:r>
          </a:p>
          <a:p>
            <a:pPr marL="0">
              <a:spcBef>
                <a:spcPts val="0"/>
              </a:spcBef>
            </a:pPr>
            <a:r>
              <a:rPr lang="en-US" sz="950" dirty="0"/>
              <a:t>                    &lt;li&gt;Camaro&lt;/li&gt;</a:t>
            </a:r>
          </a:p>
          <a:p>
            <a:pPr marL="0">
              <a:spcBef>
                <a:spcPts val="0"/>
              </a:spcBef>
            </a:pPr>
            <a:r>
              <a:rPr lang="en-US" sz="950" dirty="0"/>
              <a:t>                    &lt;li&gt;Impala&lt;/li&gt;</a:t>
            </a:r>
          </a:p>
          <a:p>
            <a:pPr marL="0">
              <a:spcBef>
                <a:spcPts val="0"/>
              </a:spcBef>
            </a:pPr>
            <a:r>
              <a:rPr lang="en-US" sz="950" dirty="0"/>
              <a:t>                &lt;/ul&gt;</a:t>
            </a:r>
          </a:p>
          <a:p>
            <a:pPr marL="0">
              <a:spcBef>
                <a:spcPts val="0"/>
              </a:spcBef>
            </a:pPr>
            <a:r>
              <a:rPr lang="en-US" sz="950" dirty="0"/>
              <a:t>            &lt;/li&gt;</a:t>
            </a:r>
          </a:p>
          <a:p>
            <a:pPr marL="0">
              <a:spcBef>
                <a:spcPts val="0"/>
              </a:spcBef>
            </a:pPr>
            <a:r>
              <a:rPr lang="en-US" sz="950" dirty="0"/>
              <a:t>        &lt;/</a:t>
            </a:r>
            <a:r>
              <a:rPr lang="en-US" sz="950" dirty="0" err="1"/>
              <a:t>ol</a:t>
            </a:r>
            <a:r>
              <a:rPr lang="en-US" sz="950" dirty="0"/>
              <a:t>&gt;</a:t>
            </a:r>
          </a:p>
          <a:p>
            <a:pPr marL="0">
              <a:spcBef>
                <a:spcPts val="0"/>
              </a:spcBef>
            </a:pPr>
            <a:r>
              <a:rPr lang="en-US" sz="950" dirty="0"/>
              <a:t>    &lt;/li&gt;</a:t>
            </a:r>
          </a:p>
          <a:p>
            <a:pPr marL="0">
              <a:spcBef>
                <a:spcPts val="0"/>
              </a:spcBef>
            </a:pPr>
            <a:r>
              <a:rPr lang="en-US" sz="950" dirty="0"/>
              <a:t>    &lt;li&gt;</a:t>
            </a:r>
            <a:r>
              <a:rPr lang="ru-RU" sz="950" dirty="0"/>
              <a:t>Германия</a:t>
            </a:r>
          </a:p>
          <a:p>
            <a:pPr marL="0">
              <a:spcBef>
                <a:spcPts val="0"/>
              </a:spcBef>
            </a:pPr>
            <a:r>
              <a:rPr lang="ru-RU" sz="950" dirty="0"/>
              <a:t>        &lt;</a:t>
            </a:r>
            <a:r>
              <a:rPr lang="en-US" sz="950" dirty="0" err="1"/>
              <a:t>ol</a:t>
            </a:r>
            <a:r>
              <a:rPr lang="en-US" sz="950" dirty="0"/>
              <a:t>&gt;</a:t>
            </a:r>
          </a:p>
          <a:p>
            <a:pPr marL="0">
              <a:spcBef>
                <a:spcPts val="0"/>
              </a:spcBef>
            </a:pPr>
            <a:r>
              <a:rPr lang="en-US" sz="950" dirty="0"/>
              <a:t>            &lt;li&gt;BMW</a:t>
            </a:r>
          </a:p>
          <a:p>
            <a:pPr marL="0">
              <a:spcBef>
                <a:spcPts val="0"/>
              </a:spcBef>
            </a:pPr>
            <a:r>
              <a:rPr lang="en-US" sz="950" dirty="0"/>
              <a:t>                &lt;ul&gt;</a:t>
            </a:r>
          </a:p>
          <a:p>
            <a:pPr marL="0">
              <a:spcBef>
                <a:spcPts val="0"/>
              </a:spcBef>
            </a:pPr>
            <a:r>
              <a:rPr lang="en-US" sz="950" dirty="0"/>
              <a:t>                    &lt;li&gt;3 Series&lt;/li&gt;</a:t>
            </a:r>
          </a:p>
          <a:p>
            <a:pPr marL="0">
              <a:spcBef>
                <a:spcPts val="0"/>
              </a:spcBef>
            </a:pPr>
            <a:r>
              <a:rPr lang="en-US" sz="950" dirty="0"/>
              <a:t>                    &lt;li&gt;5 Series&lt;/li&gt;</a:t>
            </a:r>
          </a:p>
          <a:p>
            <a:pPr marL="0">
              <a:spcBef>
                <a:spcPts val="0"/>
              </a:spcBef>
            </a:pPr>
            <a:r>
              <a:rPr lang="en-US" sz="950" dirty="0"/>
              <a:t>                &lt;/ul&gt;</a:t>
            </a:r>
          </a:p>
          <a:p>
            <a:pPr marL="0">
              <a:spcBef>
                <a:spcPts val="0"/>
              </a:spcBef>
            </a:pPr>
            <a:r>
              <a:rPr lang="en-US" sz="950" dirty="0"/>
              <a:t>            &lt;/li&gt;</a:t>
            </a:r>
          </a:p>
          <a:p>
            <a:pPr marL="0">
              <a:spcBef>
                <a:spcPts val="0"/>
              </a:spcBef>
            </a:pPr>
            <a:r>
              <a:rPr lang="en-US" sz="950" dirty="0"/>
              <a:t>            &lt;li&gt;Audi</a:t>
            </a:r>
          </a:p>
          <a:p>
            <a:pPr marL="0">
              <a:spcBef>
                <a:spcPts val="0"/>
              </a:spcBef>
            </a:pPr>
            <a:r>
              <a:rPr lang="en-US" sz="950" dirty="0"/>
              <a:t>                &lt;ul&gt;</a:t>
            </a:r>
          </a:p>
          <a:p>
            <a:pPr marL="0">
              <a:spcBef>
                <a:spcPts val="0"/>
              </a:spcBef>
            </a:pPr>
            <a:r>
              <a:rPr lang="en-US" sz="950" dirty="0"/>
              <a:t>                    &lt;li&gt;A4&lt;/li&gt;</a:t>
            </a:r>
          </a:p>
          <a:p>
            <a:pPr marL="0">
              <a:spcBef>
                <a:spcPts val="0"/>
              </a:spcBef>
            </a:pPr>
            <a:r>
              <a:rPr lang="en-US" sz="950" dirty="0"/>
              <a:t>                    &lt;li&gt;A6&lt;/li&gt;</a:t>
            </a:r>
          </a:p>
          <a:p>
            <a:pPr marL="0">
              <a:spcBef>
                <a:spcPts val="0"/>
              </a:spcBef>
            </a:pPr>
            <a:r>
              <a:rPr lang="en-US" sz="950" dirty="0"/>
              <a:t>                &lt;/ul&gt;</a:t>
            </a:r>
          </a:p>
          <a:p>
            <a:pPr marL="0">
              <a:spcBef>
                <a:spcPts val="0"/>
              </a:spcBef>
            </a:pPr>
            <a:r>
              <a:rPr lang="en-US" sz="950" dirty="0"/>
              <a:t>            &lt;/li&gt;</a:t>
            </a:r>
          </a:p>
          <a:p>
            <a:pPr marL="0">
              <a:spcBef>
                <a:spcPts val="0"/>
              </a:spcBef>
            </a:pPr>
            <a:r>
              <a:rPr lang="en-US" sz="950" dirty="0"/>
              <a:t>        &lt;/</a:t>
            </a:r>
            <a:r>
              <a:rPr lang="en-US" sz="950" dirty="0" err="1"/>
              <a:t>ol</a:t>
            </a:r>
            <a:r>
              <a:rPr lang="en-US" sz="950" dirty="0"/>
              <a:t>&gt;</a:t>
            </a:r>
          </a:p>
          <a:p>
            <a:pPr marL="0">
              <a:spcBef>
                <a:spcPts val="0"/>
              </a:spcBef>
            </a:pPr>
            <a:r>
              <a:rPr lang="en-US" sz="950" dirty="0"/>
              <a:t>    &lt;/li&gt;</a:t>
            </a:r>
          </a:p>
          <a:p>
            <a:pPr marL="0">
              <a:spcBef>
                <a:spcPts val="0"/>
              </a:spcBef>
            </a:pPr>
            <a:r>
              <a:rPr lang="en-US" sz="950" dirty="0"/>
              <a:t>&lt;/ul&gt;</a:t>
            </a:r>
          </a:p>
          <a:p>
            <a:pPr marL="0">
              <a:spcBef>
                <a:spcPts val="0"/>
              </a:spcBef>
            </a:pPr>
            <a:endParaRPr lang="en-US" sz="950" dirty="0"/>
          </a:p>
          <a:p>
            <a:pPr marL="0">
              <a:spcBef>
                <a:spcPts val="0"/>
              </a:spcBef>
            </a:pPr>
            <a:r>
              <a:rPr lang="en-US" sz="950" dirty="0"/>
              <a:t>&lt;dl&gt;</a:t>
            </a:r>
          </a:p>
          <a:p>
            <a:pPr marL="0">
              <a:spcBef>
                <a:spcPts val="0"/>
              </a:spcBef>
            </a:pPr>
            <a:r>
              <a:rPr lang="en-US" sz="950" dirty="0"/>
              <a:t>    &lt;dt&gt;</a:t>
            </a:r>
            <a:r>
              <a:rPr lang="ru-RU" sz="950" dirty="0"/>
              <a:t>Автомобиль 1&lt;/</a:t>
            </a:r>
            <a:r>
              <a:rPr lang="en-US" sz="950" dirty="0"/>
              <a:t>dt&gt;</a:t>
            </a:r>
          </a:p>
          <a:p>
            <a:pPr marL="0">
              <a:spcBef>
                <a:spcPts val="0"/>
              </a:spcBef>
            </a:pPr>
            <a:r>
              <a:rPr lang="en-US" sz="950" dirty="0"/>
              <a:t>    &lt;dd&gt;</a:t>
            </a:r>
            <a:r>
              <a:rPr lang="ru-RU" sz="950" dirty="0"/>
              <a:t>Описание автомобиля 1&lt;/</a:t>
            </a:r>
            <a:r>
              <a:rPr lang="en-US" sz="950" dirty="0"/>
              <a:t>dd&gt;</a:t>
            </a:r>
          </a:p>
          <a:p>
            <a:pPr marL="0">
              <a:spcBef>
                <a:spcPts val="0"/>
              </a:spcBef>
            </a:pPr>
            <a:r>
              <a:rPr lang="en-US" sz="950" dirty="0"/>
              <a:t>    &lt;dt&gt;</a:t>
            </a:r>
            <a:r>
              <a:rPr lang="ru-RU" sz="950" dirty="0"/>
              <a:t>Автомобиль 2&lt;/</a:t>
            </a:r>
            <a:r>
              <a:rPr lang="en-US" sz="950" dirty="0"/>
              <a:t>dt&gt;</a:t>
            </a:r>
          </a:p>
          <a:p>
            <a:pPr marL="0">
              <a:spcBef>
                <a:spcPts val="0"/>
              </a:spcBef>
            </a:pPr>
            <a:r>
              <a:rPr lang="en-US" sz="950" dirty="0"/>
              <a:t>    &lt;dd&gt;</a:t>
            </a:r>
            <a:r>
              <a:rPr lang="ru-RU" sz="950" dirty="0"/>
              <a:t>Описание автомобиля 2&lt;/</a:t>
            </a:r>
            <a:r>
              <a:rPr lang="en-US" sz="950" dirty="0"/>
              <a:t>dd&gt;</a:t>
            </a:r>
          </a:p>
          <a:p>
            <a:pPr marL="0">
              <a:spcBef>
                <a:spcPts val="0"/>
              </a:spcBef>
            </a:pPr>
            <a:r>
              <a:rPr lang="en-US" sz="950" dirty="0"/>
              <a:t>    &lt;dt&gt;</a:t>
            </a:r>
            <a:r>
              <a:rPr lang="ru-RU" sz="950" dirty="0"/>
              <a:t>Автомобиль 3&lt;/</a:t>
            </a:r>
            <a:r>
              <a:rPr lang="en-US" sz="950" dirty="0"/>
              <a:t>dt&gt;</a:t>
            </a:r>
          </a:p>
          <a:p>
            <a:pPr marL="0">
              <a:spcBef>
                <a:spcPts val="0"/>
              </a:spcBef>
            </a:pPr>
            <a:r>
              <a:rPr lang="en-US" sz="950" dirty="0"/>
              <a:t>    &lt;dd&gt;</a:t>
            </a:r>
            <a:r>
              <a:rPr lang="ru-RU" sz="950" dirty="0"/>
              <a:t>Описание автомобиля 3&lt;/</a:t>
            </a:r>
            <a:r>
              <a:rPr lang="en-US" sz="950" dirty="0"/>
              <a:t>dd&gt;</a:t>
            </a:r>
          </a:p>
          <a:p>
            <a:pPr marL="0">
              <a:spcBef>
                <a:spcPts val="0"/>
              </a:spcBef>
            </a:pPr>
            <a:r>
              <a:rPr lang="en-US" sz="950" dirty="0"/>
              <a:t>&lt;/dl&gt;</a:t>
            </a:r>
          </a:p>
          <a:p>
            <a:pPr marL="0">
              <a:spcBef>
                <a:spcPts val="0"/>
              </a:spcBef>
            </a:pPr>
            <a:r>
              <a:rPr lang="en-US" sz="950" dirty="0"/>
              <a:t>&lt;/body&gt;</a:t>
            </a:r>
          </a:p>
          <a:p>
            <a:pPr marL="0">
              <a:spcBef>
                <a:spcPts val="0"/>
              </a:spcBef>
            </a:pPr>
            <a:r>
              <a:rPr lang="en-US" sz="950" dirty="0"/>
              <a:t>&lt;/html&gt;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8163803-9406-4D6D-AB34-D2BD18B6F8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650" y="1534586"/>
            <a:ext cx="4673037" cy="4714909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509620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06C4D4-2291-C2E3-D7D0-EAD074661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074" y="93600"/>
            <a:ext cx="9365241" cy="1113763"/>
          </a:xfrm>
        </p:spPr>
        <p:txBody>
          <a:bodyPr/>
          <a:lstStyle/>
          <a:p>
            <a:r>
              <a:rPr lang="ru-RU" dirty="0"/>
              <a:t>Ход работы. Задание 7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6966A71-BBCC-E9A0-C026-AA1C373291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39309" y="355106"/>
            <a:ext cx="2633008" cy="6502893"/>
          </a:xfrm>
        </p:spPr>
        <p:txBody>
          <a:bodyPr>
            <a:noAutofit/>
          </a:bodyPr>
          <a:lstStyle/>
          <a:p>
            <a:pPr marL="0">
              <a:spcBef>
                <a:spcPts val="0"/>
              </a:spcBef>
            </a:pPr>
            <a:r>
              <a:rPr lang="en-US" sz="1100" dirty="0"/>
              <a:t>&lt;!DOCTYPE html&gt;</a:t>
            </a:r>
          </a:p>
          <a:p>
            <a:pPr marL="0">
              <a:spcBef>
                <a:spcPts val="0"/>
              </a:spcBef>
            </a:pPr>
            <a:r>
              <a:rPr lang="en-US" sz="1100" dirty="0"/>
              <a:t>&lt;html lang="</a:t>
            </a:r>
            <a:r>
              <a:rPr lang="en-US" sz="1100" dirty="0" err="1"/>
              <a:t>ru</a:t>
            </a:r>
            <a:r>
              <a:rPr lang="en-US" sz="1100" dirty="0"/>
              <a:t>"&gt;</a:t>
            </a:r>
          </a:p>
          <a:p>
            <a:pPr marL="0">
              <a:spcBef>
                <a:spcPts val="0"/>
              </a:spcBef>
            </a:pPr>
            <a:r>
              <a:rPr lang="en-US" sz="1100" dirty="0"/>
              <a:t>&lt;head&gt;</a:t>
            </a:r>
          </a:p>
          <a:p>
            <a:pPr marL="0">
              <a:spcBef>
                <a:spcPts val="0"/>
              </a:spcBef>
            </a:pPr>
            <a:r>
              <a:rPr lang="en-US" sz="1100" dirty="0"/>
              <a:t>    &lt;meta charset="UTF-8"&gt;</a:t>
            </a:r>
          </a:p>
          <a:p>
            <a:pPr marL="0">
              <a:spcBef>
                <a:spcPts val="0"/>
              </a:spcBef>
            </a:pPr>
            <a:r>
              <a:rPr lang="en-US" sz="1100" dirty="0"/>
              <a:t>    &lt;title&gt;</a:t>
            </a:r>
            <a:r>
              <a:rPr lang="ru-RU" sz="1100" dirty="0"/>
              <a:t>Задание 7. Принтеры&lt;/</a:t>
            </a:r>
            <a:r>
              <a:rPr lang="en-US" sz="1100" dirty="0"/>
              <a:t>title&gt;</a:t>
            </a:r>
          </a:p>
          <a:p>
            <a:pPr marL="0">
              <a:spcBef>
                <a:spcPts val="0"/>
              </a:spcBef>
            </a:pPr>
            <a:r>
              <a:rPr lang="en-US" sz="1100" dirty="0"/>
              <a:t>&lt;/head&gt;</a:t>
            </a:r>
          </a:p>
          <a:p>
            <a:pPr marL="0">
              <a:spcBef>
                <a:spcPts val="0"/>
              </a:spcBef>
            </a:pPr>
            <a:r>
              <a:rPr lang="en-US" sz="1100" dirty="0"/>
              <a:t>&lt;body&gt;</a:t>
            </a:r>
          </a:p>
          <a:p>
            <a:pPr marL="0">
              <a:spcBef>
                <a:spcPts val="0"/>
              </a:spcBef>
            </a:pPr>
            <a:r>
              <a:rPr lang="en-US" sz="1100" dirty="0"/>
              <a:t>&lt;h2&gt;</a:t>
            </a:r>
            <a:r>
              <a:rPr lang="ru-RU" sz="1100" dirty="0"/>
              <a:t>Принтеры&lt;/</a:t>
            </a:r>
            <a:r>
              <a:rPr lang="en-US" sz="1100" dirty="0"/>
              <a:t>h2&gt;</a:t>
            </a:r>
          </a:p>
          <a:p>
            <a:pPr marL="0">
              <a:spcBef>
                <a:spcPts val="0"/>
              </a:spcBef>
            </a:pPr>
            <a:r>
              <a:rPr lang="en-US" sz="1100" dirty="0"/>
              <a:t>&lt;</a:t>
            </a:r>
            <a:r>
              <a:rPr lang="en-US" sz="1100" dirty="0" err="1"/>
              <a:t>ol</a:t>
            </a:r>
            <a:r>
              <a:rPr lang="en-US" sz="1100" dirty="0"/>
              <a:t>&gt;</a:t>
            </a:r>
          </a:p>
          <a:p>
            <a:pPr marL="0">
              <a:spcBef>
                <a:spcPts val="0"/>
              </a:spcBef>
            </a:pPr>
            <a:r>
              <a:rPr lang="en-US" sz="1100" dirty="0"/>
              <a:t>    &lt;li&gt;</a:t>
            </a:r>
            <a:r>
              <a:rPr lang="ru-RU" sz="1100" dirty="0"/>
              <a:t>Япония</a:t>
            </a:r>
          </a:p>
          <a:p>
            <a:pPr marL="0">
              <a:spcBef>
                <a:spcPts val="0"/>
              </a:spcBef>
            </a:pPr>
            <a:r>
              <a:rPr lang="ru-RU" sz="1100" dirty="0"/>
              <a:t>        &lt;</a:t>
            </a:r>
            <a:r>
              <a:rPr lang="en-US" sz="1100" dirty="0"/>
              <a:t>ul&gt;</a:t>
            </a:r>
          </a:p>
          <a:p>
            <a:pPr marL="0">
              <a:spcBef>
                <a:spcPts val="0"/>
              </a:spcBef>
            </a:pPr>
            <a:r>
              <a:rPr lang="en-US" sz="1100" dirty="0"/>
              <a:t>            &lt;li&gt;Canon</a:t>
            </a:r>
          </a:p>
          <a:p>
            <a:pPr marL="0">
              <a:spcBef>
                <a:spcPts val="0"/>
              </a:spcBef>
            </a:pPr>
            <a:r>
              <a:rPr lang="en-US" sz="1100" dirty="0"/>
              <a:t>                &lt;</a:t>
            </a:r>
            <a:r>
              <a:rPr lang="en-US" sz="1100" dirty="0" err="1"/>
              <a:t>ol</a:t>
            </a:r>
            <a:r>
              <a:rPr lang="en-US" sz="1100" dirty="0"/>
              <a:t>&gt;</a:t>
            </a:r>
          </a:p>
          <a:p>
            <a:pPr marL="0">
              <a:spcBef>
                <a:spcPts val="0"/>
              </a:spcBef>
            </a:pPr>
            <a:r>
              <a:rPr lang="en-US" sz="1100" dirty="0"/>
              <a:t>                    &lt;li&gt;PIXMA&lt;/li&gt;</a:t>
            </a:r>
          </a:p>
          <a:p>
            <a:pPr marL="0">
              <a:spcBef>
                <a:spcPts val="0"/>
              </a:spcBef>
            </a:pPr>
            <a:r>
              <a:rPr lang="en-US" sz="1100" dirty="0"/>
              <a:t>                    &lt;li&gt;</a:t>
            </a:r>
            <a:r>
              <a:rPr lang="en-US" sz="1100" dirty="0" err="1"/>
              <a:t>iP</a:t>
            </a:r>
            <a:r>
              <a:rPr lang="en-US" sz="1100" dirty="0"/>
              <a:t> Series&lt;/li&gt;</a:t>
            </a:r>
          </a:p>
          <a:p>
            <a:pPr marL="0">
              <a:spcBef>
                <a:spcPts val="0"/>
              </a:spcBef>
            </a:pPr>
            <a:r>
              <a:rPr lang="en-US" sz="1100" dirty="0"/>
              <a:t>                &lt;/</a:t>
            </a:r>
            <a:r>
              <a:rPr lang="en-US" sz="1100" dirty="0" err="1"/>
              <a:t>ol</a:t>
            </a:r>
            <a:r>
              <a:rPr lang="en-US" sz="1100" dirty="0"/>
              <a:t>&gt;</a:t>
            </a:r>
          </a:p>
          <a:p>
            <a:pPr marL="0">
              <a:spcBef>
                <a:spcPts val="0"/>
              </a:spcBef>
            </a:pPr>
            <a:r>
              <a:rPr lang="en-US" sz="1100" dirty="0"/>
              <a:t>            &lt;/li&gt;</a:t>
            </a:r>
          </a:p>
          <a:p>
            <a:pPr marL="0">
              <a:spcBef>
                <a:spcPts val="0"/>
              </a:spcBef>
            </a:pPr>
            <a:r>
              <a:rPr lang="en-US" sz="1100" dirty="0"/>
              <a:t>            &lt;li&gt;Epson</a:t>
            </a:r>
          </a:p>
          <a:p>
            <a:pPr marL="0">
              <a:spcBef>
                <a:spcPts val="0"/>
              </a:spcBef>
            </a:pPr>
            <a:r>
              <a:rPr lang="en-US" sz="1100" dirty="0"/>
              <a:t>                &lt;</a:t>
            </a:r>
            <a:r>
              <a:rPr lang="en-US" sz="1100" dirty="0" err="1"/>
              <a:t>ol</a:t>
            </a:r>
            <a:r>
              <a:rPr lang="en-US" sz="1100" dirty="0"/>
              <a:t>&gt;</a:t>
            </a:r>
          </a:p>
          <a:p>
            <a:pPr marL="0">
              <a:spcBef>
                <a:spcPts val="0"/>
              </a:spcBef>
            </a:pPr>
            <a:r>
              <a:rPr lang="en-US" sz="1100" dirty="0"/>
              <a:t>                    &lt;li&gt;L Series&lt;/li&gt;</a:t>
            </a:r>
          </a:p>
          <a:p>
            <a:pPr marL="0">
              <a:spcBef>
                <a:spcPts val="0"/>
              </a:spcBef>
            </a:pPr>
            <a:r>
              <a:rPr lang="en-US" sz="1100" dirty="0"/>
              <a:t>                    &lt;li&gt;</a:t>
            </a:r>
            <a:r>
              <a:rPr lang="en-US" sz="1100" dirty="0" err="1"/>
              <a:t>WorkForce</a:t>
            </a:r>
            <a:r>
              <a:rPr lang="en-US" sz="1100" dirty="0"/>
              <a:t>&lt;/li&gt;</a:t>
            </a:r>
          </a:p>
          <a:p>
            <a:pPr marL="0">
              <a:spcBef>
                <a:spcPts val="0"/>
              </a:spcBef>
            </a:pPr>
            <a:r>
              <a:rPr lang="en-US" sz="1100" dirty="0"/>
              <a:t>                &lt;/</a:t>
            </a:r>
            <a:r>
              <a:rPr lang="en-US" sz="1100" dirty="0" err="1"/>
              <a:t>ol</a:t>
            </a:r>
            <a:r>
              <a:rPr lang="en-US" sz="1100" dirty="0"/>
              <a:t>&gt;</a:t>
            </a:r>
          </a:p>
          <a:p>
            <a:pPr marL="0">
              <a:spcBef>
                <a:spcPts val="0"/>
              </a:spcBef>
            </a:pPr>
            <a:r>
              <a:rPr lang="en-US" sz="1100" dirty="0"/>
              <a:t>            &lt;/li&gt;</a:t>
            </a:r>
          </a:p>
          <a:p>
            <a:pPr marL="0">
              <a:spcBef>
                <a:spcPts val="0"/>
              </a:spcBef>
            </a:pPr>
            <a:r>
              <a:rPr lang="en-US" sz="1100" dirty="0"/>
              <a:t>        &lt;/ul&gt;</a:t>
            </a:r>
          </a:p>
          <a:p>
            <a:pPr marL="0">
              <a:spcBef>
                <a:spcPts val="0"/>
              </a:spcBef>
            </a:pPr>
            <a:r>
              <a:rPr lang="en-US" sz="1100" dirty="0"/>
              <a:t>    &lt;/li&gt;</a:t>
            </a:r>
          </a:p>
          <a:p>
            <a:pPr marL="0">
              <a:spcBef>
                <a:spcPts val="0"/>
              </a:spcBef>
            </a:pPr>
            <a:r>
              <a:rPr lang="en-US" sz="1100" dirty="0"/>
              <a:t>    &lt;li&gt;</a:t>
            </a:r>
            <a:r>
              <a:rPr lang="ru-RU" sz="1100" dirty="0"/>
              <a:t>США</a:t>
            </a:r>
          </a:p>
          <a:p>
            <a:pPr marL="0">
              <a:spcBef>
                <a:spcPts val="0"/>
              </a:spcBef>
            </a:pPr>
            <a:r>
              <a:rPr lang="ru-RU" sz="1100" dirty="0"/>
              <a:t>        &lt;</a:t>
            </a:r>
            <a:r>
              <a:rPr lang="en-US" sz="1100" dirty="0"/>
              <a:t>ul&gt;</a:t>
            </a:r>
          </a:p>
          <a:p>
            <a:pPr marL="0">
              <a:spcBef>
                <a:spcPts val="0"/>
              </a:spcBef>
            </a:pPr>
            <a:r>
              <a:rPr lang="en-US" sz="1100" dirty="0"/>
              <a:t>            &lt;li&gt;HP</a:t>
            </a:r>
          </a:p>
          <a:p>
            <a:pPr marL="0">
              <a:spcBef>
                <a:spcPts val="0"/>
              </a:spcBef>
            </a:pPr>
            <a:r>
              <a:rPr lang="en-US" sz="1100" dirty="0"/>
              <a:t>                &lt;</a:t>
            </a:r>
            <a:r>
              <a:rPr lang="en-US" sz="1100" dirty="0" err="1"/>
              <a:t>ol</a:t>
            </a:r>
            <a:r>
              <a:rPr lang="en-US" sz="1100" dirty="0"/>
              <a:t>&gt;</a:t>
            </a:r>
          </a:p>
          <a:p>
            <a:pPr marL="0">
              <a:spcBef>
                <a:spcPts val="0"/>
              </a:spcBef>
            </a:pPr>
            <a:r>
              <a:rPr lang="en-US" sz="1100" dirty="0"/>
              <a:t>                    &lt;li&gt;LaserJet&lt;/li&gt;</a:t>
            </a:r>
          </a:p>
          <a:p>
            <a:pPr marL="0">
              <a:spcBef>
                <a:spcPts val="0"/>
              </a:spcBef>
            </a:pPr>
            <a:r>
              <a:rPr lang="en-US" sz="1100" dirty="0"/>
              <a:t>                    &lt;li&gt;</a:t>
            </a:r>
            <a:r>
              <a:rPr lang="en-US" sz="1100" dirty="0" err="1"/>
              <a:t>DeskJet</a:t>
            </a:r>
            <a:r>
              <a:rPr lang="en-US" sz="1100" dirty="0"/>
              <a:t>&lt;/li&gt;</a:t>
            </a:r>
          </a:p>
          <a:p>
            <a:pPr marL="0">
              <a:spcBef>
                <a:spcPts val="0"/>
              </a:spcBef>
            </a:pPr>
            <a:r>
              <a:rPr lang="en-US" sz="1100" dirty="0"/>
              <a:t>                &lt;/</a:t>
            </a:r>
            <a:r>
              <a:rPr lang="en-US" sz="1100" dirty="0" err="1"/>
              <a:t>ol</a:t>
            </a:r>
            <a:r>
              <a:rPr lang="en-US" sz="1100" dirty="0"/>
              <a:t>&gt;</a:t>
            </a:r>
          </a:p>
          <a:p>
            <a:pPr marL="0">
              <a:spcBef>
                <a:spcPts val="0"/>
              </a:spcBef>
            </a:pPr>
            <a:r>
              <a:rPr lang="en-US" sz="1100" dirty="0"/>
              <a:t>            &lt;/li&gt;</a:t>
            </a:r>
          </a:p>
          <a:p>
            <a:pPr marL="0">
              <a:spcBef>
                <a:spcPts val="0"/>
              </a:spcBef>
            </a:pPr>
            <a:r>
              <a:rPr lang="en-US" sz="1100" dirty="0"/>
              <a:t>            &lt;li&gt;Brother</a:t>
            </a:r>
          </a:p>
          <a:p>
            <a:pPr marL="0">
              <a:spcBef>
                <a:spcPts val="0"/>
              </a:spcBef>
            </a:pPr>
            <a:r>
              <a:rPr lang="en-US" sz="1100" dirty="0"/>
              <a:t>                &lt;</a:t>
            </a:r>
            <a:r>
              <a:rPr lang="en-US" sz="1100" dirty="0" err="1"/>
              <a:t>ol</a:t>
            </a:r>
            <a:r>
              <a:rPr lang="en-US" sz="1100" dirty="0"/>
              <a:t>&gt;</a:t>
            </a:r>
          </a:p>
          <a:p>
            <a:pPr marL="0">
              <a:spcBef>
                <a:spcPts val="0"/>
              </a:spcBef>
            </a:pPr>
            <a:r>
              <a:rPr lang="en-US" sz="1100" dirty="0"/>
              <a:t>                    &lt;li&gt;MFC&lt;/li&gt;</a:t>
            </a:r>
          </a:p>
          <a:p>
            <a:pPr marL="0">
              <a:spcBef>
                <a:spcPts val="0"/>
              </a:spcBef>
            </a:pPr>
            <a:r>
              <a:rPr lang="en-US" sz="1100" dirty="0"/>
              <a:t>                    &lt;li&gt;DCP&lt;/li&gt;</a:t>
            </a:r>
          </a:p>
          <a:p>
            <a:pPr marL="0">
              <a:spcBef>
                <a:spcPts val="0"/>
              </a:spcBef>
            </a:pPr>
            <a:r>
              <a:rPr lang="en-US" sz="1100" dirty="0"/>
              <a:t>                &lt;/</a:t>
            </a:r>
            <a:r>
              <a:rPr lang="en-US" sz="1100" dirty="0" err="1"/>
              <a:t>ol</a:t>
            </a:r>
            <a:r>
              <a:rPr lang="en-US" sz="1100" dirty="0"/>
              <a:t>&gt;</a:t>
            </a:r>
          </a:p>
          <a:p>
            <a:pPr marL="0">
              <a:spcBef>
                <a:spcPts val="0"/>
              </a:spcBef>
            </a:pPr>
            <a:r>
              <a:rPr lang="en-US" sz="1100" dirty="0"/>
              <a:t>            &lt;/li&gt;</a:t>
            </a:r>
          </a:p>
          <a:p>
            <a:pPr marL="0">
              <a:spcBef>
                <a:spcPts val="0"/>
              </a:spcBef>
            </a:pPr>
            <a:r>
              <a:rPr lang="en-US" sz="1100" dirty="0"/>
              <a:t>        &lt;/ul&gt;</a:t>
            </a:r>
          </a:p>
          <a:p>
            <a:pPr marL="0">
              <a:spcBef>
                <a:spcPts val="0"/>
              </a:spcBef>
            </a:pPr>
            <a:r>
              <a:rPr lang="en-US" sz="1100" dirty="0"/>
              <a:t>    &lt;/li&gt;</a:t>
            </a:r>
          </a:p>
          <a:p>
            <a:pPr marL="0">
              <a:spcBef>
                <a:spcPts val="0"/>
              </a:spcBef>
            </a:pPr>
            <a:r>
              <a:rPr lang="en-US" sz="1100" dirty="0"/>
              <a:t>&lt;/</a:t>
            </a:r>
            <a:r>
              <a:rPr lang="en-US" sz="1100" dirty="0" err="1"/>
              <a:t>ol</a:t>
            </a:r>
            <a:r>
              <a:rPr lang="en-US" sz="1100" dirty="0"/>
              <a:t>&gt;</a:t>
            </a:r>
          </a:p>
          <a:p>
            <a:pPr marL="0">
              <a:spcBef>
                <a:spcPts val="0"/>
              </a:spcBef>
            </a:pPr>
            <a:r>
              <a:rPr lang="en-US" sz="1100" dirty="0"/>
              <a:t>&lt;/body&gt;</a:t>
            </a:r>
          </a:p>
          <a:p>
            <a:pPr marL="0">
              <a:spcBef>
                <a:spcPts val="0"/>
              </a:spcBef>
            </a:pPr>
            <a:r>
              <a:rPr lang="en-US" sz="1100" dirty="0"/>
              <a:t>&lt;/html&gt;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B7FADD3-54E1-4064-9DA8-E6FD4BC959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7119" y="1812804"/>
            <a:ext cx="4863580" cy="4064493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911649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06C4D4-2291-C2E3-D7D0-EAD074661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074" y="93600"/>
            <a:ext cx="9365241" cy="1113763"/>
          </a:xfrm>
        </p:spPr>
        <p:txBody>
          <a:bodyPr/>
          <a:lstStyle/>
          <a:p>
            <a:r>
              <a:rPr lang="ru-RU" dirty="0"/>
              <a:t>Ход работы. Задание 8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6966A71-BBCC-E9A0-C026-AA1C373291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39308" y="93600"/>
            <a:ext cx="2852691" cy="6764400"/>
          </a:xfrm>
        </p:spPr>
        <p:txBody>
          <a:bodyPr>
            <a:noAutofit/>
          </a:bodyPr>
          <a:lstStyle/>
          <a:p>
            <a:pPr marL="0">
              <a:spcBef>
                <a:spcPts val="0"/>
              </a:spcBef>
            </a:pPr>
            <a:r>
              <a:rPr lang="en-US" sz="950" dirty="0"/>
              <a:t>&lt;!DOCTYPE html&gt;</a:t>
            </a:r>
          </a:p>
          <a:p>
            <a:pPr marL="0">
              <a:spcBef>
                <a:spcPts val="0"/>
              </a:spcBef>
            </a:pPr>
            <a:r>
              <a:rPr lang="en-US" sz="950" dirty="0"/>
              <a:t>&lt;html lang="</a:t>
            </a:r>
            <a:r>
              <a:rPr lang="en-US" sz="950" dirty="0" err="1"/>
              <a:t>ru</a:t>
            </a:r>
            <a:r>
              <a:rPr lang="en-US" sz="950" dirty="0"/>
              <a:t>"&gt;</a:t>
            </a:r>
          </a:p>
          <a:p>
            <a:pPr marL="0">
              <a:spcBef>
                <a:spcPts val="0"/>
              </a:spcBef>
            </a:pPr>
            <a:r>
              <a:rPr lang="en-US" sz="950" dirty="0"/>
              <a:t>&lt;head&gt;</a:t>
            </a:r>
          </a:p>
          <a:p>
            <a:pPr marL="0">
              <a:spcBef>
                <a:spcPts val="0"/>
              </a:spcBef>
            </a:pPr>
            <a:r>
              <a:rPr lang="en-US" sz="950" dirty="0"/>
              <a:t>    &lt;meta charset="UTF-8"&gt;</a:t>
            </a:r>
          </a:p>
          <a:p>
            <a:pPr marL="0">
              <a:spcBef>
                <a:spcPts val="0"/>
              </a:spcBef>
            </a:pPr>
            <a:r>
              <a:rPr lang="en-US" sz="950" dirty="0"/>
              <a:t>    &lt;title&gt;</a:t>
            </a:r>
            <a:r>
              <a:rPr lang="ru-RU" sz="950" dirty="0"/>
              <a:t>Задание 8. Мониторы&lt;/</a:t>
            </a:r>
            <a:r>
              <a:rPr lang="en-US" sz="950" dirty="0"/>
              <a:t>title&gt;</a:t>
            </a:r>
          </a:p>
          <a:p>
            <a:pPr marL="0">
              <a:spcBef>
                <a:spcPts val="0"/>
              </a:spcBef>
            </a:pPr>
            <a:r>
              <a:rPr lang="en-US" sz="950" dirty="0"/>
              <a:t>&lt;/head&gt;</a:t>
            </a:r>
          </a:p>
          <a:p>
            <a:pPr marL="0">
              <a:spcBef>
                <a:spcPts val="0"/>
              </a:spcBef>
            </a:pPr>
            <a:r>
              <a:rPr lang="en-US" sz="950" dirty="0"/>
              <a:t>&lt;body&gt;</a:t>
            </a:r>
          </a:p>
          <a:p>
            <a:pPr marL="0">
              <a:spcBef>
                <a:spcPts val="0"/>
              </a:spcBef>
            </a:pPr>
            <a:r>
              <a:rPr lang="en-US" sz="950" dirty="0"/>
              <a:t>&lt;h2&gt;</a:t>
            </a:r>
            <a:r>
              <a:rPr lang="ru-RU" sz="950" dirty="0"/>
              <a:t>Мониторы&lt;/</a:t>
            </a:r>
            <a:r>
              <a:rPr lang="en-US" sz="950" dirty="0"/>
              <a:t>h2&gt;</a:t>
            </a:r>
          </a:p>
          <a:p>
            <a:pPr marL="0">
              <a:spcBef>
                <a:spcPts val="0"/>
              </a:spcBef>
            </a:pPr>
            <a:r>
              <a:rPr lang="en-US" sz="950" dirty="0"/>
              <a:t>&lt;ul&gt;</a:t>
            </a:r>
          </a:p>
          <a:p>
            <a:pPr marL="0">
              <a:spcBef>
                <a:spcPts val="0"/>
              </a:spcBef>
            </a:pPr>
            <a:r>
              <a:rPr lang="en-US" sz="950" dirty="0"/>
              <a:t>    &lt;li&gt;</a:t>
            </a:r>
            <a:r>
              <a:rPr lang="ru-RU" sz="950" dirty="0"/>
              <a:t>Южная Корея</a:t>
            </a:r>
          </a:p>
          <a:p>
            <a:pPr marL="0">
              <a:spcBef>
                <a:spcPts val="0"/>
              </a:spcBef>
            </a:pPr>
            <a:r>
              <a:rPr lang="ru-RU" sz="950" dirty="0"/>
              <a:t>        &lt;</a:t>
            </a:r>
            <a:r>
              <a:rPr lang="en-US" sz="950" dirty="0" err="1"/>
              <a:t>ol</a:t>
            </a:r>
            <a:r>
              <a:rPr lang="en-US" sz="950" dirty="0"/>
              <a:t>&gt;</a:t>
            </a:r>
          </a:p>
          <a:p>
            <a:pPr marL="0">
              <a:spcBef>
                <a:spcPts val="0"/>
              </a:spcBef>
            </a:pPr>
            <a:r>
              <a:rPr lang="en-US" sz="950" dirty="0"/>
              <a:t>            &lt;li&gt;Samsung</a:t>
            </a:r>
          </a:p>
          <a:p>
            <a:pPr marL="0">
              <a:spcBef>
                <a:spcPts val="0"/>
              </a:spcBef>
            </a:pPr>
            <a:r>
              <a:rPr lang="en-US" sz="950" dirty="0"/>
              <a:t>                &lt;</a:t>
            </a:r>
            <a:r>
              <a:rPr lang="en-US" sz="950" dirty="0" err="1"/>
              <a:t>ol</a:t>
            </a:r>
            <a:r>
              <a:rPr lang="en-US" sz="950" dirty="0"/>
              <a:t>&gt;</a:t>
            </a:r>
          </a:p>
          <a:p>
            <a:pPr marL="0">
              <a:spcBef>
                <a:spcPts val="0"/>
              </a:spcBef>
            </a:pPr>
            <a:r>
              <a:rPr lang="en-US" sz="950" dirty="0"/>
              <a:t>                    &lt;li&gt;Odyssey&lt;/li&gt;</a:t>
            </a:r>
          </a:p>
          <a:p>
            <a:pPr marL="0">
              <a:spcBef>
                <a:spcPts val="0"/>
              </a:spcBef>
            </a:pPr>
            <a:r>
              <a:rPr lang="en-US" sz="950" dirty="0"/>
              <a:t>                    &lt;li&gt;Curved&lt;/li&gt;</a:t>
            </a:r>
          </a:p>
          <a:p>
            <a:pPr marL="0">
              <a:spcBef>
                <a:spcPts val="0"/>
              </a:spcBef>
            </a:pPr>
            <a:r>
              <a:rPr lang="en-US" sz="950" dirty="0"/>
              <a:t>                &lt;/</a:t>
            </a:r>
            <a:r>
              <a:rPr lang="en-US" sz="950" dirty="0" err="1"/>
              <a:t>ol</a:t>
            </a:r>
            <a:r>
              <a:rPr lang="en-US" sz="950" dirty="0"/>
              <a:t>&gt;</a:t>
            </a:r>
          </a:p>
          <a:p>
            <a:pPr marL="0">
              <a:spcBef>
                <a:spcPts val="0"/>
              </a:spcBef>
            </a:pPr>
            <a:r>
              <a:rPr lang="en-US" sz="950" dirty="0"/>
              <a:t>            &lt;/li&gt;</a:t>
            </a:r>
          </a:p>
          <a:p>
            <a:pPr marL="0">
              <a:spcBef>
                <a:spcPts val="0"/>
              </a:spcBef>
            </a:pPr>
            <a:r>
              <a:rPr lang="en-US" sz="950" dirty="0"/>
              <a:t>            &lt;li&gt;LG</a:t>
            </a:r>
          </a:p>
          <a:p>
            <a:pPr marL="0">
              <a:spcBef>
                <a:spcPts val="0"/>
              </a:spcBef>
            </a:pPr>
            <a:r>
              <a:rPr lang="en-US" sz="950" dirty="0"/>
              <a:t>                &lt;</a:t>
            </a:r>
            <a:r>
              <a:rPr lang="en-US" sz="950" dirty="0" err="1"/>
              <a:t>ol</a:t>
            </a:r>
            <a:r>
              <a:rPr lang="en-US" sz="950" dirty="0"/>
              <a:t>&gt;</a:t>
            </a:r>
          </a:p>
          <a:p>
            <a:pPr marL="0">
              <a:spcBef>
                <a:spcPts val="0"/>
              </a:spcBef>
            </a:pPr>
            <a:r>
              <a:rPr lang="en-US" sz="950" dirty="0"/>
              <a:t>                    &lt;li&gt;</a:t>
            </a:r>
            <a:r>
              <a:rPr lang="en-US" sz="950" dirty="0" err="1"/>
              <a:t>UltraGear</a:t>
            </a:r>
            <a:r>
              <a:rPr lang="en-US" sz="950" dirty="0"/>
              <a:t>&lt;/li&gt;</a:t>
            </a:r>
          </a:p>
          <a:p>
            <a:pPr marL="0">
              <a:spcBef>
                <a:spcPts val="0"/>
              </a:spcBef>
            </a:pPr>
            <a:r>
              <a:rPr lang="en-US" sz="950" dirty="0"/>
              <a:t>                    &lt;li&gt;</a:t>
            </a:r>
            <a:r>
              <a:rPr lang="en-US" sz="950" dirty="0" err="1"/>
              <a:t>UltraWide</a:t>
            </a:r>
            <a:r>
              <a:rPr lang="en-US" sz="950" dirty="0"/>
              <a:t>&lt;/li&gt;</a:t>
            </a:r>
          </a:p>
          <a:p>
            <a:pPr marL="0">
              <a:spcBef>
                <a:spcPts val="0"/>
              </a:spcBef>
            </a:pPr>
            <a:r>
              <a:rPr lang="en-US" sz="950" dirty="0"/>
              <a:t>                &lt;/</a:t>
            </a:r>
            <a:r>
              <a:rPr lang="en-US" sz="950" dirty="0" err="1"/>
              <a:t>ol</a:t>
            </a:r>
            <a:r>
              <a:rPr lang="en-US" sz="950" dirty="0"/>
              <a:t>&gt;</a:t>
            </a:r>
          </a:p>
          <a:p>
            <a:pPr marL="0">
              <a:spcBef>
                <a:spcPts val="0"/>
              </a:spcBef>
            </a:pPr>
            <a:r>
              <a:rPr lang="en-US" sz="950" dirty="0"/>
              <a:t>            &lt;/li&gt;</a:t>
            </a:r>
          </a:p>
          <a:p>
            <a:pPr marL="0">
              <a:spcBef>
                <a:spcPts val="0"/>
              </a:spcBef>
            </a:pPr>
            <a:r>
              <a:rPr lang="en-US" sz="950" dirty="0"/>
              <a:t>        &lt;/</a:t>
            </a:r>
            <a:r>
              <a:rPr lang="en-US" sz="950" dirty="0" err="1"/>
              <a:t>ol</a:t>
            </a:r>
            <a:r>
              <a:rPr lang="en-US" sz="950" dirty="0"/>
              <a:t>&gt;</a:t>
            </a:r>
          </a:p>
          <a:p>
            <a:pPr marL="0">
              <a:spcBef>
                <a:spcPts val="0"/>
              </a:spcBef>
            </a:pPr>
            <a:r>
              <a:rPr lang="en-US" sz="950" dirty="0"/>
              <a:t>    &lt;/li&gt;</a:t>
            </a:r>
          </a:p>
          <a:p>
            <a:pPr marL="0">
              <a:spcBef>
                <a:spcPts val="0"/>
              </a:spcBef>
            </a:pPr>
            <a:r>
              <a:rPr lang="en-US" sz="950" dirty="0"/>
              <a:t>    &lt;li&gt;</a:t>
            </a:r>
            <a:r>
              <a:rPr lang="ru-RU" sz="950" dirty="0"/>
              <a:t>Япония</a:t>
            </a:r>
          </a:p>
          <a:p>
            <a:pPr marL="0">
              <a:spcBef>
                <a:spcPts val="0"/>
              </a:spcBef>
            </a:pPr>
            <a:r>
              <a:rPr lang="ru-RU" sz="950" dirty="0"/>
              <a:t>        &lt;</a:t>
            </a:r>
            <a:r>
              <a:rPr lang="en-US" sz="950" dirty="0" err="1"/>
              <a:t>ol</a:t>
            </a:r>
            <a:r>
              <a:rPr lang="en-US" sz="950" dirty="0"/>
              <a:t>&gt;</a:t>
            </a:r>
          </a:p>
          <a:p>
            <a:pPr marL="0">
              <a:spcBef>
                <a:spcPts val="0"/>
              </a:spcBef>
            </a:pPr>
            <a:r>
              <a:rPr lang="en-US" sz="950" dirty="0"/>
              <a:t>            &lt;li&gt;Sony</a:t>
            </a:r>
          </a:p>
          <a:p>
            <a:pPr marL="0">
              <a:spcBef>
                <a:spcPts val="0"/>
              </a:spcBef>
            </a:pPr>
            <a:r>
              <a:rPr lang="en-US" sz="950" dirty="0"/>
              <a:t>                &lt;</a:t>
            </a:r>
            <a:r>
              <a:rPr lang="en-US" sz="950" dirty="0" err="1"/>
              <a:t>ol</a:t>
            </a:r>
            <a:r>
              <a:rPr lang="en-US" sz="950" dirty="0"/>
              <a:t>&gt;</a:t>
            </a:r>
          </a:p>
          <a:p>
            <a:pPr marL="0">
              <a:spcBef>
                <a:spcPts val="0"/>
              </a:spcBef>
            </a:pPr>
            <a:r>
              <a:rPr lang="en-US" sz="950" dirty="0"/>
              <a:t>                    &lt;li&gt;</a:t>
            </a:r>
            <a:r>
              <a:rPr lang="en-US" sz="950" dirty="0" err="1"/>
              <a:t>Bravia</a:t>
            </a:r>
            <a:r>
              <a:rPr lang="en-US" sz="950" dirty="0"/>
              <a:t>&lt;/li&gt;</a:t>
            </a:r>
          </a:p>
          <a:p>
            <a:pPr marL="0">
              <a:spcBef>
                <a:spcPts val="0"/>
              </a:spcBef>
            </a:pPr>
            <a:r>
              <a:rPr lang="en-US" sz="950" dirty="0"/>
              <a:t>                    &lt;li&gt;Professional&lt;/li&gt;</a:t>
            </a:r>
          </a:p>
          <a:p>
            <a:pPr marL="0">
              <a:spcBef>
                <a:spcPts val="0"/>
              </a:spcBef>
            </a:pPr>
            <a:r>
              <a:rPr lang="en-US" sz="950" dirty="0"/>
              <a:t>                &lt;/</a:t>
            </a:r>
            <a:r>
              <a:rPr lang="en-US" sz="950" dirty="0" err="1"/>
              <a:t>ol</a:t>
            </a:r>
            <a:r>
              <a:rPr lang="en-US" sz="950" dirty="0"/>
              <a:t>&gt;</a:t>
            </a:r>
          </a:p>
          <a:p>
            <a:pPr marL="0">
              <a:spcBef>
                <a:spcPts val="0"/>
              </a:spcBef>
            </a:pPr>
            <a:r>
              <a:rPr lang="en-US" sz="950" dirty="0"/>
              <a:t>            &lt;/li&gt;</a:t>
            </a:r>
          </a:p>
          <a:p>
            <a:pPr marL="0">
              <a:spcBef>
                <a:spcPts val="0"/>
              </a:spcBef>
            </a:pPr>
            <a:r>
              <a:rPr lang="en-US" sz="950" dirty="0"/>
              <a:t>            &lt;li&gt;NEC</a:t>
            </a:r>
          </a:p>
          <a:p>
            <a:pPr marL="0">
              <a:spcBef>
                <a:spcPts val="0"/>
              </a:spcBef>
            </a:pPr>
            <a:r>
              <a:rPr lang="en-US" sz="950" dirty="0"/>
              <a:t>                &lt;</a:t>
            </a:r>
            <a:r>
              <a:rPr lang="en-US" sz="950" dirty="0" err="1"/>
              <a:t>ol</a:t>
            </a:r>
            <a:r>
              <a:rPr lang="en-US" sz="950" dirty="0"/>
              <a:t>&gt;</a:t>
            </a:r>
          </a:p>
          <a:p>
            <a:pPr marL="0">
              <a:spcBef>
                <a:spcPts val="0"/>
              </a:spcBef>
            </a:pPr>
            <a:r>
              <a:rPr lang="en-US" sz="950" dirty="0"/>
              <a:t>                    &lt;li&gt;</a:t>
            </a:r>
            <a:r>
              <a:rPr lang="en-US" sz="950" dirty="0" err="1"/>
              <a:t>MultiSync</a:t>
            </a:r>
            <a:r>
              <a:rPr lang="en-US" sz="950" dirty="0"/>
              <a:t> EA&lt;/li&gt;</a:t>
            </a:r>
          </a:p>
          <a:p>
            <a:pPr marL="0">
              <a:spcBef>
                <a:spcPts val="0"/>
              </a:spcBef>
            </a:pPr>
            <a:r>
              <a:rPr lang="en-US" sz="950" dirty="0"/>
              <a:t>                    &lt;li&gt;PA Series&lt;/li&gt;</a:t>
            </a:r>
          </a:p>
          <a:p>
            <a:pPr marL="0">
              <a:spcBef>
                <a:spcPts val="0"/>
              </a:spcBef>
            </a:pPr>
            <a:r>
              <a:rPr lang="en-US" sz="950" dirty="0"/>
              <a:t>                &lt;/</a:t>
            </a:r>
            <a:r>
              <a:rPr lang="en-US" sz="950" dirty="0" err="1"/>
              <a:t>ol</a:t>
            </a:r>
            <a:r>
              <a:rPr lang="en-US" sz="950" dirty="0"/>
              <a:t>&gt;</a:t>
            </a:r>
          </a:p>
          <a:p>
            <a:pPr marL="0">
              <a:spcBef>
                <a:spcPts val="0"/>
              </a:spcBef>
            </a:pPr>
            <a:r>
              <a:rPr lang="en-US" sz="950" dirty="0"/>
              <a:t>            &lt;/li&gt;</a:t>
            </a:r>
          </a:p>
          <a:p>
            <a:pPr marL="0">
              <a:spcBef>
                <a:spcPts val="0"/>
              </a:spcBef>
            </a:pPr>
            <a:r>
              <a:rPr lang="en-US" sz="950" dirty="0"/>
              <a:t>        &lt;/</a:t>
            </a:r>
            <a:r>
              <a:rPr lang="en-US" sz="950" dirty="0" err="1"/>
              <a:t>ol</a:t>
            </a:r>
            <a:r>
              <a:rPr lang="en-US" sz="950" dirty="0"/>
              <a:t>&gt;</a:t>
            </a:r>
          </a:p>
          <a:p>
            <a:pPr marL="0">
              <a:spcBef>
                <a:spcPts val="0"/>
              </a:spcBef>
            </a:pPr>
            <a:r>
              <a:rPr lang="en-US" sz="950" dirty="0"/>
              <a:t>    &lt;/li&gt;</a:t>
            </a:r>
          </a:p>
          <a:p>
            <a:pPr marL="0">
              <a:spcBef>
                <a:spcPts val="0"/>
              </a:spcBef>
            </a:pPr>
            <a:r>
              <a:rPr lang="en-US" sz="950" dirty="0"/>
              <a:t>&lt;/ul&gt;</a:t>
            </a:r>
          </a:p>
          <a:p>
            <a:pPr marL="0">
              <a:spcBef>
                <a:spcPts val="0"/>
              </a:spcBef>
            </a:pPr>
            <a:endParaRPr lang="en-US" sz="950" dirty="0"/>
          </a:p>
          <a:p>
            <a:pPr marL="0">
              <a:spcBef>
                <a:spcPts val="0"/>
              </a:spcBef>
            </a:pPr>
            <a:r>
              <a:rPr lang="en-US" sz="950" dirty="0"/>
              <a:t>&lt;dl&gt;</a:t>
            </a:r>
          </a:p>
          <a:p>
            <a:pPr marL="0">
              <a:spcBef>
                <a:spcPts val="0"/>
              </a:spcBef>
            </a:pPr>
            <a:r>
              <a:rPr lang="en-US" sz="950" dirty="0"/>
              <a:t>    &lt;dt&gt;</a:t>
            </a:r>
            <a:r>
              <a:rPr lang="ru-RU" sz="950" dirty="0"/>
              <a:t>Монитор 1&lt;/</a:t>
            </a:r>
            <a:r>
              <a:rPr lang="en-US" sz="950" dirty="0"/>
              <a:t>dt&gt;</a:t>
            </a:r>
          </a:p>
          <a:p>
            <a:pPr marL="0">
              <a:spcBef>
                <a:spcPts val="0"/>
              </a:spcBef>
            </a:pPr>
            <a:r>
              <a:rPr lang="en-US" sz="950" dirty="0"/>
              <a:t>    &lt;dd&gt;</a:t>
            </a:r>
            <a:r>
              <a:rPr lang="ru-RU" sz="950" dirty="0"/>
              <a:t>Описание 1&lt;/</a:t>
            </a:r>
            <a:r>
              <a:rPr lang="en-US" sz="950" dirty="0"/>
              <a:t>dd&gt;</a:t>
            </a:r>
          </a:p>
          <a:p>
            <a:pPr marL="0">
              <a:spcBef>
                <a:spcPts val="0"/>
              </a:spcBef>
            </a:pPr>
            <a:r>
              <a:rPr lang="en-US" sz="950" dirty="0"/>
              <a:t>    &lt;dt&gt;</a:t>
            </a:r>
            <a:r>
              <a:rPr lang="ru-RU" sz="950" dirty="0"/>
              <a:t>Монитор 2&lt;/</a:t>
            </a:r>
            <a:r>
              <a:rPr lang="en-US" sz="950" dirty="0"/>
              <a:t>dt&gt;</a:t>
            </a:r>
          </a:p>
          <a:p>
            <a:pPr marL="0">
              <a:spcBef>
                <a:spcPts val="0"/>
              </a:spcBef>
            </a:pPr>
            <a:r>
              <a:rPr lang="en-US" sz="950" dirty="0"/>
              <a:t>    &lt;dd&gt;</a:t>
            </a:r>
            <a:r>
              <a:rPr lang="ru-RU" sz="950" dirty="0"/>
              <a:t>Описание 2&lt;/</a:t>
            </a:r>
            <a:r>
              <a:rPr lang="en-US" sz="950" dirty="0"/>
              <a:t>dd&gt;</a:t>
            </a:r>
          </a:p>
          <a:p>
            <a:pPr marL="0">
              <a:spcBef>
                <a:spcPts val="0"/>
              </a:spcBef>
            </a:pPr>
            <a:r>
              <a:rPr lang="en-US" sz="950" dirty="0"/>
              <a:t>    &lt;dt&gt;</a:t>
            </a:r>
            <a:r>
              <a:rPr lang="ru-RU" sz="950" dirty="0"/>
              <a:t>Монитор 3&lt;/</a:t>
            </a:r>
            <a:r>
              <a:rPr lang="en-US" sz="950" dirty="0"/>
              <a:t>dt&gt;</a:t>
            </a:r>
          </a:p>
          <a:p>
            <a:pPr marL="0">
              <a:spcBef>
                <a:spcPts val="0"/>
              </a:spcBef>
            </a:pPr>
            <a:r>
              <a:rPr lang="en-US" sz="950" dirty="0"/>
              <a:t>    &lt;dd&gt;</a:t>
            </a:r>
            <a:r>
              <a:rPr lang="ru-RU" sz="950" dirty="0"/>
              <a:t>Описание 3&lt;/</a:t>
            </a:r>
            <a:r>
              <a:rPr lang="en-US" sz="950" dirty="0"/>
              <a:t>dd&gt;</a:t>
            </a:r>
          </a:p>
          <a:p>
            <a:pPr marL="0">
              <a:spcBef>
                <a:spcPts val="0"/>
              </a:spcBef>
            </a:pPr>
            <a:r>
              <a:rPr lang="en-US" sz="950" dirty="0"/>
              <a:t>&lt;/dl&gt;</a:t>
            </a:r>
          </a:p>
          <a:p>
            <a:pPr marL="0">
              <a:spcBef>
                <a:spcPts val="0"/>
              </a:spcBef>
            </a:pPr>
            <a:r>
              <a:rPr lang="en-US" sz="950" dirty="0"/>
              <a:t>&lt;/body&gt;</a:t>
            </a:r>
          </a:p>
          <a:p>
            <a:pPr marL="0">
              <a:spcBef>
                <a:spcPts val="0"/>
              </a:spcBef>
            </a:pPr>
            <a:r>
              <a:rPr lang="en-US" sz="950" dirty="0"/>
              <a:t>&lt;/html&gt;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ACDEF0B-6ED6-4CFF-AAB5-3904110BAA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6128" y="1580225"/>
            <a:ext cx="5121103" cy="4556914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415675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B2263B-F862-902F-65D9-DD90D2EFF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773" y="-158817"/>
            <a:ext cx="10772775" cy="1658198"/>
          </a:xfrm>
        </p:spPr>
        <p:txBody>
          <a:bodyPr/>
          <a:lstStyle/>
          <a:p>
            <a:r>
              <a:rPr lang="ru-RU" dirty="0"/>
              <a:t>Контрольные вопросы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EECDB54-B198-92E1-FBB2-D49312D5B5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9823" y="1203158"/>
            <a:ext cx="11754754" cy="5654842"/>
          </a:xfrm>
        </p:spPr>
        <p:txBody>
          <a:bodyPr>
            <a:normAutofit fontScale="70000" lnSpcReduction="20000"/>
          </a:bodyPr>
          <a:lstStyle/>
          <a:p>
            <a:pPr marL="342900" indent="-342900">
              <a:buFont typeface="+mj-lt"/>
              <a:buAutoNum type="arabicPeriod"/>
            </a:pPr>
            <a:r>
              <a:rPr lang="ru-RU" dirty="0">
                <a:cs typeface="Times New Roman" panose="02020603050405020304" pitchFamily="18" charset="0"/>
              </a:rPr>
              <a:t>Перечислите основные типы списков в HTML-документах: в HTML существует три вида списков: маркированный (неупорядоченный) список, нумерованный (упорядоченный) список, список описаний.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cs typeface="Times New Roman" panose="02020603050405020304" pitchFamily="18" charset="0"/>
              </a:rPr>
              <a:t>Охарактеризуйте маркированный (ненумерованный) список: маркированный или неупорядоченный список определяется тем, что перед каждым элементом списка добавляется небольшой маркер, обычно в виде закрашенного кружка. Сам список формируется с помощью элемента &lt;</a:t>
            </a:r>
            <a:r>
              <a:rPr lang="ru-RU" dirty="0" err="1">
                <a:cs typeface="Times New Roman" panose="02020603050405020304" pitchFamily="18" charset="0"/>
              </a:rPr>
              <a:t>ul</a:t>
            </a:r>
            <a:r>
              <a:rPr lang="ru-RU" dirty="0">
                <a:cs typeface="Times New Roman" panose="02020603050405020304" pitchFamily="18" charset="0"/>
              </a:rPr>
              <a:t>&gt; (от англ. </a:t>
            </a:r>
            <a:r>
              <a:rPr lang="ru-RU" dirty="0" err="1">
                <a:cs typeface="Times New Roman" panose="02020603050405020304" pitchFamily="18" charset="0"/>
              </a:rPr>
              <a:t>Unordered</a:t>
            </a:r>
            <a:r>
              <a:rPr lang="ru-RU" dirty="0">
                <a:cs typeface="Times New Roman" panose="02020603050405020304" pitchFamily="18" charset="0"/>
              </a:rPr>
              <a:t> List), а каждый пункт списка начинается с элемента &lt;</a:t>
            </a:r>
            <a:r>
              <a:rPr lang="ru-RU" dirty="0" err="1">
                <a:cs typeface="Times New Roman" panose="02020603050405020304" pitchFamily="18" charset="0"/>
              </a:rPr>
              <a:t>li</a:t>
            </a:r>
            <a:r>
              <a:rPr lang="ru-RU" dirty="0">
                <a:cs typeface="Times New Roman" panose="02020603050405020304" pitchFamily="18" charset="0"/>
              </a:rPr>
              <a:t>&gt;.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cs typeface="Times New Roman" panose="02020603050405020304" pitchFamily="18" charset="0"/>
              </a:rPr>
              <a:t>Дайте характеристику нумерованных списков: Нумерованные или упорядоченные списки представляют собой набор пунктов с их порядковыми номерами. Вид и тип нумерации зависит от атрибутов элементов &lt;</a:t>
            </a:r>
            <a:r>
              <a:rPr lang="ru-RU" dirty="0" err="1">
                <a:cs typeface="Times New Roman" panose="02020603050405020304" pitchFamily="18" charset="0"/>
              </a:rPr>
              <a:t>ol</a:t>
            </a:r>
            <a:r>
              <a:rPr lang="ru-RU" dirty="0">
                <a:cs typeface="Times New Roman" panose="02020603050405020304" pitchFamily="18" charset="0"/>
              </a:rPr>
              <a:t>&gt; (от англ. </a:t>
            </a:r>
            <a:r>
              <a:rPr lang="ru-RU" dirty="0" err="1">
                <a:cs typeface="Times New Roman" panose="02020603050405020304" pitchFamily="18" charset="0"/>
              </a:rPr>
              <a:t>Ordered</a:t>
            </a:r>
            <a:r>
              <a:rPr lang="ru-RU" dirty="0">
                <a:cs typeface="Times New Roman" panose="02020603050405020304" pitchFamily="18" charset="0"/>
              </a:rPr>
              <a:t> List), который и применяется для создания списка. Каждый пункт нумерованного списка обозначается элементом &lt;</a:t>
            </a:r>
            <a:r>
              <a:rPr lang="ru-RU" dirty="0" err="1">
                <a:cs typeface="Times New Roman" panose="02020603050405020304" pitchFamily="18" charset="0"/>
              </a:rPr>
              <a:t>li</a:t>
            </a:r>
            <a:r>
              <a:rPr lang="ru-RU" dirty="0">
                <a:cs typeface="Times New Roman" panose="02020603050405020304" pitchFamily="18" charset="0"/>
              </a:rPr>
              <a:t>&gt;.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cs typeface="Times New Roman" panose="02020603050405020304" pitchFamily="18" charset="0"/>
              </a:rPr>
              <a:t>Дайте характеристику вложенным спискам: вложенные или многоуровневые списки предназначены для организации сложной иерархической структуры текста, обычно таких документов, как юридические или технические. Реально на веб-странице нельзя автоматически ввести многоуровневую нумерацию типа использования подпунктов 1.1 или 2.1.3. Поэтому приходится вводить числа отдельно или упрощать отображение списка. Следует учитывать, что стиль селектора </a:t>
            </a:r>
            <a:r>
              <a:rPr lang="ru-RU" dirty="0" err="1">
                <a:cs typeface="Times New Roman" panose="02020603050405020304" pitchFamily="18" charset="0"/>
              </a:rPr>
              <a:t>ol</a:t>
            </a:r>
            <a:r>
              <a:rPr lang="ru-RU" dirty="0">
                <a:cs typeface="Times New Roman" panose="02020603050405020304" pitchFamily="18" charset="0"/>
              </a:rPr>
              <a:t> наследуется селектором </a:t>
            </a:r>
            <a:r>
              <a:rPr lang="ru-RU" dirty="0" err="1">
                <a:cs typeface="Times New Roman" panose="02020603050405020304" pitchFamily="18" charset="0"/>
              </a:rPr>
              <a:t>li</a:t>
            </a:r>
            <a:r>
              <a:rPr lang="ru-RU" dirty="0">
                <a:cs typeface="Times New Roman" panose="02020603050405020304" pitchFamily="18" charset="0"/>
              </a:rPr>
              <a:t>, поэтому для пунктов и подпунктов приходится задавать разное оформление, чтобы стиль не перекочёвывал с одного элемента списка на другой.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cs typeface="Times New Roman" panose="02020603050405020304" pitchFamily="18" charset="0"/>
              </a:rPr>
              <a:t>Списки определений в HTML-документах: список определений состоит из двух элементов — термина и его определения. Сам список задается с помощью контейнера &lt;</a:t>
            </a:r>
            <a:r>
              <a:rPr lang="ru-RU" dirty="0" err="1">
                <a:cs typeface="Times New Roman" panose="02020603050405020304" pitchFamily="18" charset="0"/>
              </a:rPr>
              <a:t>dl</a:t>
            </a:r>
            <a:r>
              <a:rPr lang="ru-RU" dirty="0">
                <a:cs typeface="Times New Roman" panose="02020603050405020304" pitchFamily="18" charset="0"/>
              </a:rPr>
              <a:t>&gt;, термин — тегом &lt;</a:t>
            </a:r>
            <a:r>
              <a:rPr lang="ru-RU" dirty="0" err="1">
                <a:cs typeface="Times New Roman" panose="02020603050405020304" pitchFamily="18" charset="0"/>
              </a:rPr>
              <a:t>dt</a:t>
            </a:r>
            <a:r>
              <a:rPr lang="ru-RU" dirty="0">
                <a:cs typeface="Times New Roman" panose="02020603050405020304" pitchFamily="18" charset="0"/>
              </a:rPr>
              <a:t>&gt;, а его определение — с помощью тега &lt;</a:t>
            </a:r>
            <a:r>
              <a:rPr lang="ru-RU" dirty="0" err="1">
                <a:cs typeface="Times New Roman" panose="02020603050405020304" pitchFamily="18" charset="0"/>
              </a:rPr>
              <a:t>dd</a:t>
            </a:r>
            <a:r>
              <a:rPr lang="ru-RU" dirty="0">
                <a:cs typeface="Times New Roman" panose="02020603050405020304" pitchFamily="18" charset="0"/>
              </a:rPr>
              <a:t>&gt;. Список определений хорошо подходит для расшифровки терминов, создания глоссария, словаря, справочника и т.д.</a:t>
            </a:r>
          </a:p>
        </p:txBody>
      </p:sp>
    </p:spTree>
    <p:extLst>
      <p:ext uri="{BB962C8B-B14F-4D97-AF65-F5344CB8AC3E}">
        <p14:creationId xmlns:p14="http://schemas.microsoft.com/office/powerpoint/2010/main" val="78666089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64</TotalTime>
  <Words>2621</Words>
  <Application>Microsoft Office PowerPoint</Application>
  <PresentationFormat>Широкоэкранный</PresentationFormat>
  <Paragraphs>336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8" baseType="lpstr">
      <vt:lpstr>Aptos</vt:lpstr>
      <vt:lpstr>Aptos Display</vt:lpstr>
      <vt:lpstr>Arial</vt:lpstr>
      <vt:lpstr>DejaVu Sans</vt:lpstr>
      <vt:lpstr>Times New Roman</vt:lpstr>
      <vt:lpstr>Тема Office</vt:lpstr>
      <vt:lpstr>ФГБОУ ВО «Кубанский государственный технологический университет» (ФГБОУ ВО «КубГТУ») Факультет: Информационных технологий и кибербезопасности Кафедра: Информационных систем и программирования  РАЗРАБОТКА ВЕБ-ПРИЛОЖЕНИЙ  ЛАБОРАТОРНАЯ РАБОТА №5 Списки.</vt:lpstr>
      <vt:lpstr>Цель работы и задания</vt:lpstr>
      <vt:lpstr>Цель работы и задания</vt:lpstr>
      <vt:lpstr>Ход работы. Задание 1</vt:lpstr>
      <vt:lpstr>Ход работы. Задание 2</vt:lpstr>
      <vt:lpstr>Ход работы. Задание 3</vt:lpstr>
      <vt:lpstr>Ход работы. Задание 4</vt:lpstr>
      <vt:lpstr>Ход работы. Задание 5</vt:lpstr>
      <vt:lpstr>Ход работы. Задание 6</vt:lpstr>
      <vt:lpstr>Ход работы. Задание 7</vt:lpstr>
      <vt:lpstr>Ход работы. Задание 8</vt:lpstr>
      <vt:lpstr>Контрольные вопросы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ФГБОУ ВО «Кубанский государственный технологический университет» (ФГБОУ ВО «КубГТУ») Факультет: Информационных технологий и кибербезопасности Кафедра: Информационных систем и программирования  РАЗРАБОТКА ВЕБ-ПРИЛОЖЕНИЙ  ЛАБОРАТОРНАЯ РАБОТА №2 Форматирование текста.</dc:title>
  <dc:creator>Артём Лыков</dc:creator>
  <cp:lastModifiedBy>Ярослав Давков</cp:lastModifiedBy>
  <cp:revision>36</cp:revision>
  <dcterms:created xsi:type="dcterms:W3CDTF">2025-09-05T14:29:14Z</dcterms:created>
  <dcterms:modified xsi:type="dcterms:W3CDTF">2025-12-11T17:21:50Z</dcterms:modified>
</cp:coreProperties>
</file>